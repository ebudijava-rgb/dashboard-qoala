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61" r:id="rId7"/>
    <p:sldId id="262" r:id="rId8"/>
    <p:sldId id="263" r:id="rId9"/>
    <p:sldId id="264" r:id="rId10"/>
    <p:sldId id="273" r:id="rId11"/>
    <p:sldId id="266" r:id="rId12"/>
    <p:sldId id="272" r:id="rId13"/>
  </p:sldIdLst>
  <p:sldSz cx="9144000" cy="5143500" type="screen16x9"/>
  <p:notesSz cx="6858000" cy="9144000"/>
  <p:embeddedFontLst>
    <p:embeddedFont>
      <p:font typeface="Proxima Nova" panose="02000506030000020004"/>
      <p:regular r:id="rId17"/>
      <p:bold r:id="rId18"/>
    </p:embeddedFont>
    <p:embeddedFont>
      <p:font typeface="Work Sans"/>
      <p:regular r:id="rId19"/>
      <p:bold r:id="rId20"/>
      <p:italic r:id="rId21"/>
      <p:boldItalic r:id="rId22"/>
    </p:embeddedFont>
    <p:embeddedFont>
      <p:font typeface="Archivo Black" panose="020B0A03020202020B04"/>
      <p:regular r:id="rId23"/>
    </p:embeddedFont>
    <p:embeddedFont>
      <p:font typeface="Work Sans ExtraBold"/>
      <p:bold r:id="rId24"/>
      <p:boldItalic r:id="rId25"/>
    </p:embeddedFont>
    <p:embeddedFont>
      <p:font typeface="Work Sans SemiBold"/>
      <p:bold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8" d="100"/>
          <a:sy n="78" d="100"/>
        </p:scale>
        <p:origin x="96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font" Target="fonts/font11.fntdata"/><Relationship Id="rId26" Type="http://schemas.openxmlformats.org/officeDocument/2006/relationships/font" Target="fonts/font10.fntdata"/><Relationship Id="rId25" Type="http://schemas.openxmlformats.org/officeDocument/2006/relationships/font" Target="fonts/font9.fntdata"/><Relationship Id="rId24" Type="http://schemas.openxmlformats.org/officeDocument/2006/relationships/font" Target="fonts/font8.fntdata"/><Relationship Id="rId23" Type="http://schemas.openxmlformats.org/officeDocument/2006/relationships/font" Target="fonts/font7.fntdata"/><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3"/>
        <p:cNvGrpSpPr/>
        <p:nvPr/>
      </p:nvGrpSpPr>
      <p:grpSpPr>
        <a:xfrm>
          <a:off x="0" y="0"/>
          <a:ext cx="0" cy="0"/>
          <a:chOff x="0" y="0"/>
          <a:chExt cx="0" cy="0"/>
        </a:xfrm>
      </p:grpSpPr>
      <p:sp>
        <p:nvSpPr>
          <p:cNvPr id="254" name="Google Shape;254;g21b68232acb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21b68232acb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8"/>
        <p:cNvGrpSpPr/>
        <p:nvPr/>
      </p:nvGrpSpPr>
      <p:grpSpPr>
        <a:xfrm>
          <a:off x="0" y="0"/>
          <a:ext cx="0" cy="0"/>
          <a:chOff x="0" y="0"/>
          <a:chExt cx="0" cy="0"/>
        </a:xfrm>
      </p:grpSpPr>
      <p:sp>
        <p:nvSpPr>
          <p:cNvPr id="259" name="Google Shape;259;g307dbbd724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07dbbd724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3"/>
        <p:cNvGrpSpPr/>
        <p:nvPr/>
      </p:nvGrpSpPr>
      <p:grpSpPr>
        <a:xfrm>
          <a:off x="0" y="0"/>
          <a:ext cx="0" cy="0"/>
          <a:chOff x="0" y="0"/>
          <a:chExt cx="0" cy="0"/>
        </a:xfrm>
      </p:grpSpPr>
      <p:sp>
        <p:nvSpPr>
          <p:cNvPr id="264" name="Google Shape;264;g23cceee318c_0_10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23cceee318c_0_10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5"/>
        <p:cNvGrpSpPr/>
        <p:nvPr/>
      </p:nvGrpSpPr>
      <p:grpSpPr>
        <a:xfrm>
          <a:off x="0" y="0"/>
          <a:ext cx="0" cy="0"/>
          <a:chOff x="0" y="0"/>
          <a:chExt cx="0" cy="0"/>
        </a:xfrm>
      </p:grpSpPr>
      <p:sp>
        <p:nvSpPr>
          <p:cNvPr id="296" name="Google Shape;296;g38f181cc8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8f181cc8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8"/>
        <p:cNvGrpSpPr/>
        <p:nvPr/>
      </p:nvGrpSpPr>
      <p:grpSpPr>
        <a:xfrm>
          <a:off x="0" y="0"/>
          <a:ext cx="0" cy="0"/>
          <a:chOff x="0" y="0"/>
          <a:chExt cx="0" cy="0"/>
        </a:xfrm>
      </p:grpSpPr>
      <p:sp>
        <p:nvSpPr>
          <p:cNvPr id="309" name="Google Shape;309;g2f936103aad_0_2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2f936103aad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15"/>
        <p:cNvGrpSpPr/>
        <p:nvPr/>
      </p:nvGrpSpPr>
      <p:grpSpPr>
        <a:xfrm>
          <a:off x="0" y="0"/>
          <a:ext cx="0" cy="0"/>
          <a:chOff x="0" y="0"/>
          <a:chExt cx="0" cy="0"/>
        </a:xfrm>
      </p:grpSpPr>
      <p:sp>
        <p:nvSpPr>
          <p:cNvPr id="316" name="Google Shape;316;g2f936103aad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2f936103aad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2"/>
        <p:cNvGrpSpPr/>
        <p:nvPr/>
      </p:nvGrpSpPr>
      <p:grpSpPr>
        <a:xfrm>
          <a:off x="0" y="0"/>
          <a:ext cx="0" cy="0"/>
          <a:chOff x="0" y="0"/>
          <a:chExt cx="0" cy="0"/>
        </a:xfrm>
      </p:grpSpPr>
      <p:sp>
        <p:nvSpPr>
          <p:cNvPr id="323" name="Google Shape;323;g39d53b8f3a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39d53b8f3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2"/>
        <p:cNvGrpSpPr/>
        <p:nvPr/>
      </p:nvGrpSpPr>
      <p:grpSpPr>
        <a:xfrm>
          <a:off x="0" y="0"/>
          <a:ext cx="0" cy="0"/>
          <a:chOff x="0" y="0"/>
          <a:chExt cx="0" cy="0"/>
        </a:xfrm>
      </p:grpSpPr>
      <p:sp>
        <p:nvSpPr>
          <p:cNvPr id="323" name="Google Shape;323;g39d53b8f3a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39d53b8f3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7"/>
        <p:cNvGrpSpPr/>
        <p:nvPr/>
      </p:nvGrpSpPr>
      <p:grpSpPr>
        <a:xfrm>
          <a:off x="0" y="0"/>
          <a:ext cx="0" cy="0"/>
          <a:chOff x="0" y="0"/>
          <a:chExt cx="0" cy="0"/>
        </a:xfrm>
      </p:grpSpPr>
      <p:sp>
        <p:nvSpPr>
          <p:cNvPr id="338" name="Google Shape;338;g3a425d420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3a425d420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11"/>
        <p:cNvGrpSpPr/>
        <p:nvPr/>
      </p:nvGrpSpPr>
      <p:grpSpPr>
        <a:xfrm>
          <a:off x="0" y="0"/>
          <a:ext cx="0" cy="0"/>
          <a:chOff x="0" y="0"/>
          <a:chExt cx="0" cy="0"/>
        </a:xfrm>
      </p:grpSpPr>
      <p:sp>
        <p:nvSpPr>
          <p:cNvPr id="412" name="Google Shape;412;g2f936103aad_0_3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2f936103aad_0_3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solidFill>
          <a:srgbClr val="FFFFFF"/>
        </a:solidFill>
        <a:effectLst/>
      </p:bgPr>
    </p:bg>
    <p:spTree>
      <p:nvGrpSpPr>
        <p:cNvPr id="1" name="Shape 12"/>
        <p:cNvGrpSpPr/>
        <p:nvPr/>
      </p:nvGrpSpPr>
      <p:grpSpPr>
        <a:xfrm>
          <a:off x="0" y="0"/>
          <a:ext cx="0" cy="0"/>
          <a:chOff x="0" y="0"/>
          <a:chExt cx="0" cy="0"/>
        </a:xfrm>
      </p:grpSpPr>
      <p:sp>
        <p:nvSpPr>
          <p:cNvPr id="13" name="Google Shape;13;p2"/>
          <p:cNvSpPr/>
          <p:nvPr/>
        </p:nvSpPr>
        <p:spPr>
          <a:xfrm>
            <a:off x="-1968700" y="-14456"/>
            <a:ext cx="3236400" cy="5100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 name="Google Shape;14;p2"/>
          <p:cNvSpPr/>
          <p:nvPr/>
        </p:nvSpPr>
        <p:spPr>
          <a:xfrm>
            <a:off x="-1598200" y="-1007150"/>
            <a:ext cx="2495400" cy="24954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 name="Google Shape;15;p2"/>
          <p:cNvSpPr/>
          <p:nvPr/>
        </p:nvSpPr>
        <p:spPr>
          <a:xfrm>
            <a:off x="7518925" y="4162875"/>
            <a:ext cx="2279700" cy="2279700"/>
          </a:xfrm>
          <a:prstGeom prst="ellipse">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16;p2"/>
          <p:cNvSpPr txBox="1">
            <a:spLocks noGrp="1"/>
          </p:cNvSpPr>
          <p:nvPr>
            <p:ph type="ctrTitle"/>
          </p:nvPr>
        </p:nvSpPr>
        <p:spPr>
          <a:xfrm>
            <a:off x="720000" y="1500975"/>
            <a:ext cx="3887700" cy="1692900"/>
          </a:xfrm>
          <a:prstGeom prst="rect">
            <a:avLst/>
          </a:prstGeom>
        </p:spPr>
        <p:txBody>
          <a:bodyPr spcFirstLastPara="1" wrap="square" lIns="91425" tIns="91425" rIns="91425" bIns="91425" anchor="b" anchorCtr="0">
            <a:noAutofit/>
          </a:bodyPr>
          <a:lstStyle>
            <a:lvl1pPr lvl="0" rtl="0">
              <a:spcBef>
                <a:spcPts val="0"/>
              </a:spcBef>
              <a:spcAft>
                <a:spcPts val="0"/>
              </a:spcAft>
              <a:buSzPts val="5500"/>
              <a:buNone/>
              <a:defRPr sz="5500"/>
            </a:lvl1pPr>
            <a:lvl2pPr lvl="1" rtl="0">
              <a:spcBef>
                <a:spcPts val="0"/>
              </a:spcBef>
              <a:spcAft>
                <a:spcPts val="0"/>
              </a:spcAft>
              <a:buSzPts val="5500"/>
              <a:buNone/>
              <a:defRPr sz="5500"/>
            </a:lvl2pPr>
            <a:lvl3pPr lvl="2" rtl="0">
              <a:spcBef>
                <a:spcPts val="0"/>
              </a:spcBef>
              <a:spcAft>
                <a:spcPts val="0"/>
              </a:spcAft>
              <a:buSzPts val="5500"/>
              <a:buNone/>
              <a:defRPr sz="5500"/>
            </a:lvl3pPr>
            <a:lvl4pPr lvl="3" rtl="0">
              <a:spcBef>
                <a:spcPts val="0"/>
              </a:spcBef>
              <a:spcAft>
                <a:spcPts val="0"/>
              </a:spcAft>
              <a:buSzPts val="5500"/>
              <a:buNone/>
              <a:defRPr sz="5500"/>
            </a:lvl4pPr>
            <a:lvl5pPr lvl="4" rtl="0">
              <a:spcBef>
                <a:spcPts val="0"/>
              </a:spcBef>
              <a:spcAft>
                <a:spcPts val="0"/>
              </a:spcAft>
              <a:buSzPts val="5500"/>
              <a:buNone/>
              <a:defRPr sz="5500"/>
            </a:lvl5pPr>
            <a:lvl6pPr lvl="5" rtl="0">
              <a:spcBef>
                <a:spcPts val="0"/>
              </a:spcBef>
              <a:spcAft>
                <a:spcPts val="0"/>
              </a:spcAft>
              <a:buSzPts val="5500"/>
              <a:buNone/>
              <a:defRPr sz="5500"/>
            </a:lvl6pPr>
            <a:lvl7pPr lvl="6" rtl="0">
              <a:spcBef>
                <a:spcPts val="0"/>
              </a:spcBef>
              <a:spcAft>
                <a:spcPts val="0"/>
              </a:spcAft>
              <a:buSzPts val="5500"/>
              <a:buNone/>
              <a:defRPr sz="5500"/>
            </a:lvl7pPr>
            <a:lvl8pPr lvl="7" rtl="0">
              <a:spcBef>
                <a:spcPts val="0"/>
              </a:spcBef>
              <a:spcAft>
                <a:spcPts val="0"/>
              </a:spcAft>
              <a:buSzPts val="5500"/>
              <a:buNone/>
              <a:defRPr sz="5500"/>
            </a:lvl8pPr>
            <a:lvl9pPr lvl="8" rtl="0">
              <a:spcBef>
                <a:spcPts val="0"/>
              </a:spcBef>
              <a:spcAft>
                <a:spcPts val="0"/>
              </a:spcAft>
              <a:buSzPts val="5500"/>
              <a:buNone/>
              <a:defRPr sz="5500"/>
            </a:lvl9pPr>
          </a:lstStyle>
          <a:p/>
        </p:txBody>
      </p:sp>
      <p:sp>
        <p:nvSpPr>
          <p:cNvPr id="17" name="Google Shape;17;p2"/>
          <p:cNvSpPr txBox="1">
            <a:spLocks noGrp="1"/>
          </p:cNvSpPr>
          <p:nvPr>
            <p:ph type="subTitle" idx="1"/>
          </p:nvPr>
        </p:nvSpPr>
        <p:spPr>
          <a:xfrm>
            <a:off x="720000" y="3078500"/>
            <a:ext cx="32364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200"/>
              <a:buNone/>
              <a:defRPr sz="2200"/>
            </a:lvl1pPr>
            <a:lvl2pPr lvl="1" rtl="0">
              <a:lnSpc>
                <a:spcPct val="100000"/>
              </a:lnSpc>
              <a:spcBef>
                <a:spcPts val="0"/>
              </a:spcBef>
              <a:spcAft>
                <a:spcPts val="0"/>
              </a:spcAft>
              <a:buClr>
                <a:schemeClr val="accent2"/>
              </a:buClr>
              <a:buSzPts val="2800"/>
              <a:buNone/>
              <a:defRPr sz="2800">
                <a:solidFill>
                  <a:schemeClr val="accent2"/>
                </a:solidFill>
              </a:defRPr>
            </a:lvl2pPr>
            <a:lvl3pPr lvl="2" rtl="0">
              <a:lnSpc>
                <a:spcPct val="100000"/>
              </a:lnSpc>
              <a:spcBef>
                <a:spcPts val="0"/>
              </a:spcBef>
              <a:spcAft>
                <a:spcPts val="0"/>
              </a:spcAft>
              <a:buClr>
                <a:schemeClr val="accent2"/>
              </a:buClr>
              <a:buSzPts val="2800"/>
              <a:buNone/>
              <a:defRPr sz="2800">
                <a:solidFill>
                  <a:schemeClr val="accent2"/>
                </a:solidFill>
              </a:defRPr>
            </a:lvl3pPr>
            <a:lvl4pPr lvl="3" rtl="0">
              <a:lnSpc>
                <a:spcPct val="100000"/>
              </a:lnSpc>
              <a:spcBef>
                <a:spcPts val="0"/>
              </a:spcBef>
              <a:spcAft>
                <a:spcPts val="0"/>
              </a:spcAft>
              <a:buClr>
                <a:schemeClr val="accent2"/>
              </a:buClr>
              <a:buSzPts val="2800"/>
              <a:buNone/>
              <a:defRPr sz="2800">
                <a:solidFill>
                  <a:schemeClr val="accent2"/>
                </a:solidFill>
              </a:defRPr>
            </a:lvl4pPr>
            <a:lvl5pPr lvl="4" rtl="0">
              <a:lnSpc>
                <a:spcPct val="100000"/>
              </a:lnSpc>
              <a:spcBef>
                <a:spcPts val="0"/>
              </a:spcBef>
              <a:spcAft>
                <a:spcPts val="0"/>
              </a:spcAft>
              <a:buClr>
                <a:schemeClr val="accent2"/>
              </a:buClr>
              <a:buSzPts val="2800"/>
              <a:buNone/>
              <a:defRPr sz="2800">
                <a:solidFill>
                  <a:schemeClr val="accent2"/>
                </a:solidFill>
              </a:defRPr>
            </a:lvl5pPr>
            <a:lvl6pPr lvl="5" rtl="0">
              <a:lnSpc>
                <a:spcPct val="100000"/>
              </a:lnSpc>
              <a:spcBef>
                <a:spcPts val="0"/>
              </a:spcBef>
              <a:spcAft>
                <a:spcPts val="0"/>
              </a:spcAft>
              <a:buClr>
                <a:schemeClr val="accent2"/>
              </a:buClr>
              <a:buSzPts val="2800"/>
              <a:buNone/>
              <a:defRPr sz="2800">
                <a:solidFill>
                  <a:schemeClr val="accent2"/>
                </a:solidFill>
              </a:defRPr>
            </a:lvl6pPr>
            <a:lvl7pPr lvl="6" rtl="0">
              <a:lnSpc>
                <a:spcPct val="100000"/>
              </a:lnSpc>
              <a:spcBef>
                <a:spcPts val="0"/>
              </a:spcBef>
              <a:spcAft>
                <a:spcPts val="0"/>
              </a:spcAft>
              <a:buClr>
                <a:schemeClr val="accent2"/>
              </a:buClr>
              <a:buSzPts val="2800"/>
              <a:buNone/>
              <a:defRPr sz="2800">
                <a:solidFill>
                  <a:schemeClr val="accent2"/>
                </a:solidFill>
              </a:defRPr>
            </a:lvl7pPr>
            <a:lvl8pPr lvl="7" rtl="0">
              <a:lnSpc>
                <a:spcPct val="100000"/>
              </a:lnSpc>
              <a:spcBef>
                <a:spcPts val="0"/>
              </a:spcBef>
              <a:spcAft>
                <a:spcPts val="0"/>
              </a:spcAft>
              <a:buClr>
                <a:schemeClr val="accent2"/>
              </a:buClr>
              <a:buSzPts val="2800"/>
              <a:buNone/>
              <a:defRPr sz="2800">
                <a:solidFill>
                  <a:schemeClr val="accent2"/>
                </a:solidFill>
              </a:defRPr>
            </a:lvl8pPr>
            <a:lvl9pPr lvl="8" rtl="0">
              <a:lnSpc>
                <a:spcPct val="100000"/>
              </a:lnSpc>
              <a:spcBef>
                <a:spcPts val="0"/>
              </a:spcBef>
              <a:spcAft>
                <a:spcPts val="0"/>
              </a:spcAft>
              <a:buClr>
                <a:schemeClr val="accent2"/>
              </a:buClr>
              <a:buSzPts val="2800"/>
              <a:buNone/>
              <a:defRPr sz="2800">
                <a:solidFill>
                  <a:schemeClr val="accent2"/>
                </a:solidFill>
              </a:defRPr>
            </a:lvl9pPr>
          </a:lstStyle>
          <a:p/>
        </p:txBody>
      </p:sp>
      <p:sp>
        <p:nvSpPr>
          <p:cNvPr id="18" name="Google Shape;18;p2"/>
          <p:cNvSpPr/>
          <p:nvPr/>
        </p:nvSpPr>
        <p:spPr>
          <a:xfrm>
            <a:off x="3395400" y="473625"/>
            <a:ext cx="510000" cy="5100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9"/>
        <p:cNvGrpSpPr/>
        <p:nvPr/>
      </p:nvGrpSpPr>
      <p:grpSpPr>
        <a:xfrm>
          <a:off x="0" y="0"/>
          <a:ext cx="0" cy="0"/>
          <a:chOff x="0" y="0"/>
          <a:chExt cx="0" cy="0"/>
        </a:xfrm>
      </p:grpSpPr>
      <p:sp>
        <p:nvSpPr>
          <p:cNvPr id="20" name="Google Shape;20;p3"/>
          <p:cNvSpPr/>
          <p:nvPr/>
        </p:nvSpPr>
        <p:spPr>
          <a:xfrm rot="5400000">
            <a:off x="7617136" y="407787"/>
            <a:ext cx="2676339" cy="7271029"/>
          </a:xfrm>
          <a:custGeom>
            <a:avLst/>
            <a:gdLst/>
            <a:ahLst/>
            <a:cxnLst/>
            <a:rect l="l" t="t" r="r" b="b"/>
            <a:pathLst>
              <a:path w="41808" h="92545" extrusionOk="0">
                <a:moveTo>
                  <a:pt x="41807" y="0"/>
                </a:moveTo>
                <a:cubicBezTo>
                  <a:pt x="41807" y="0"/>
                  <a:pt x="1" y="2687"/>
                  <a:pt x="6251" y="28395"/>
                </a:cubicBezTo>
                <a:cubicBezTo>
                  <a:pt x="8717" y="38543"/>
                  <a:pt x="22408" y="37842"/>
                  <a:pt x="16617" y="54437"/>
                </a:cubicBezTo>
                <a:cubicBezTo>
                  <a:pt x="12228" y="67009"/>
                  <a:pt x="29363" y="71594"/>
                  <a:pt x="27761" y="82441"/>
                </a:cubicBezTo>
                <a:cubicBezTo>
                  <a:pt x="26355" y="91961"/>
                  <a:pt x="38235" y="92544"/>
                  <a:pt x="41164" y="92544"/>
                </a:cubicBezTo>
                <a:cubicBezTo>
                  <a:pt x="41573" y="92544"/>
                  <a:pt x="41807" y="92533"/>
                  <a:pt x="41807" y="92533"/>
                </a:cubicBezTo>
                <a:lnTo>
                  <a:pt x="41807" y="0"/>
                </a:lnTo>
                <a:close/>
              </a:path>
            </a:pathLst>
          </a:cu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 name="Google Shape;21;p3"/>
          <p:cNvSpPr txBox="1">
            <a:spLocks noGrp="1"/>
          </p:cNvSpPr>
          <p:nvPr>
            <p:ph type="title"/>
          </p:nvPr>
        </p:nvSpPr>
        <p:spPr>
          <a:xfrm>
            <a:off x="720000" y="710125"/>
            <a:ext cx="2751600" cy="1148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500"/>
            </a:lvl1pPr>
            <a:lvl2pPr lvl="1"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2pPr>
            <a:lvl3pPr lvl="2"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3pPr>
            <a:lvl4pPr lvl="3"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4pPr>
            <a:lvl5pPr lvl="4"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5pPr>
            <a:lvl6pPr lvl="5"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6pPr>
            <a:lvl7pPr lvl="6"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7pPr>
            <a:lvl8pPr lvl="7"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8pPr>
            <a:lvl9pPr lvl="8"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9pPr>
          </a:lstStyle>
          <a:p/>
        </p:txBody>
      </p:sp>
      <p:sp>
        <p:nvSpPr>
          <p:cNvPr id="22" name="Google Shape;22;p3"/>
          <p:cNvSpPr txBox="1">
            <a:spLocks noGrp="1"/>
          </p:cNvSpPr>
          <p:nvPr>
            <p:ph type="subTitle" idx="1"/>
          </p:nvPr>
        </p:nvSpPr>
        <p:spPr>
          <a:xfrm>
            <a:off x="720000" y="2087419"/>
            <a:ext cx="2574600" cy="617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23" name="Google Shape;23;p3"/>
          <p:cNvSpPr txBox="1">
            <a:spLocks noGrp="1"/>
          </p:cNvSpPr>
          <p:nvPr>
            <p:ph type="title" idx="2" hasCustomPrompt="1"/>
          </p:nvPr>
        </p:nvSpPr>
        <p:spPr>
          <a:xfrm>
            <a:off x="720000" y="2887425"/>
            <a:ext cx="2484600" cy="1335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9000"/>
              <a:buNone/>
              <a:defRPr sz="9000">
                <a:solidFill>
                  <a:schemeClr val="accent1"/>
                </a:solidFill>
              </a:defRPr>
            </a:lvl1pPr>
            <a:lvl2pPr lvl="1" rtl="0">
              <a:spcBef>
                <a:spcPts val="0"/>
              </a:spcBef>
              <a:spcAft>
                <a:spcPts val="0"/>
              </a:spcAft>
              <a:buClr>
                <a:schemeClr val="accent1"/>
              </a:buClr>
              <a:buSzPts val="10000"/>
              <a:buNone/>
              <a:defRPr sz="10000">
                <a:solidFill>
                  <a:schemeClr val="accent1"/>
                </a:solidFill>
              </a:defRPr>
            </a:lvl2pPr>
            <a:lvl3pPr lvl="2" rtl="0">
              <a:spcBef>
                <a:spcPts val="0"/>
              </a:spcBef>
              <a:spcAft>
                <a:spcPts val="0"/>
              </a:spcAft>
              <a:buClr>
                <a:schemeClr val="accent1"/>
              </a:buClr>
              <a:buSzPts val="10000"/>
              <a:buNone/>
              <a:defRPr sz="10000">
                <a:solidFill>
                  <a:schemeClr val="accent1"/>
                </a:solidFill>
              </a:defRPr>
            </a:lvl3pPr>
            <a:lvl4pPr lvl="3" rtl="0">
              <a:spcBef>
                <a:spcPts val="0"/>
              </a:spcBef>
              <a:spcAft>
                <a:spcPts val="0"/>
              </a:spcAft>
              <a:buClr>
                <a:schemeClr val="accent1"/>
              </a:buClr>
              <a:buSzPts val="10000"/>
              <a:buNone/>
              <a:defRPr sz="10000">
                <a:solidFill>
                  <a:schemeClr val="accent1"/>
                </a:solidFill>
              </a:defRPr>
            </a:lvl4pPr>
            <a:lvl5pPr lvl="4" rtl="0">
              <a:spcBef>
                <a:spcPts val="0"/>
              </a:spcBef>
              <a:spcAft>
                <a:spcPts val="0"/>
              </a:spcAft>
              <a:buClr>
                <a:schemeClr val="accent1"/>
              </a:buClr>
              <a:buSzPts val="10000"/>
              <a:buNone/>
              <a:defRPr sz="10000">
                <a:solidFill>
                  <a:schemeClr val="accent1"/>
                </a:solidFill>
              </a:defRPr>
            </a:lvl5pPr>
            <a:lvl6pPr lvl="5" rtl="0">
              <a:spcBef>
                <a:spcPts val="0"/>
              </a:spcBef>
              <a:spcAft>
                <a:spcPts val="0"/>
              </a:spcAft>
              <a:buClr>
                <a:schemeClr val="accent1"/>
              </a:buClr>
              <a:buSzPts val="10000"/>
              <a:buNone/>
              <a:defRPr sz="10000">
                <a:solidFill>
                  <a:schemeClr val="accent1"/>
                </a:solidFill>
              </a:defRPr>
            </a:lvl6pPr>
            <a:lvl7pPr lvl="6" rtl="0">
              <a:spcBef>
                <a:spcPts val="0"/>
              </a:spcBef>
              <a:spcAft>
                <a:spcPts val="0"/>
              </a:spcAft>
              <a:buClr>
                <a:schemeClr val="accent1"/>
              </a:buClr>
              <a:buSzPts val="10000"/>
              <a:buNone/>
              <a:defRPr sz="10000">
                <a:solidFill>
                  <a:schemeClr val="accent1"/>
                </a:solidFill>
              </a:defRPr>
            </a:lvl7pPr>
            <a:lvl8pPr lvl="7" rtl="0">
              <a:spcBef>
                <a:spcPts val="0"/>
              </a:spcBef>
              <a:spcAft>
                <a:spcPts val="0"/>
              </a:spcAft>
              <a:buClr>
                <a:schemeClr val="accent1"/>
              </a:buClr>
              <a:buSzPts val="10000"/>
              <a:buNone/>
              <a:defRPr sz="10000">
                <a:solidFill>
                  <a:schemeClr val="accent1"/>
                </a:solidFill>
              </a:defRPr>
            </a:lvl8pPr>
            <a:lvl9pPr lvl="8" rtl="0">
              <a:spcBef>
                <a:spcPts val="0"/>
              </a:spcBef>
              <a:spcAft>
                <a:spcPts val="0"/>
              </a:spcAft>
              <a:buClr>
                <a:schemeClr val="accent1"/>
              </a:buClr>
              <a:buSzPts val="10000"/>
              <a:buNone/>
              <a:defRPr sz="10000">
                <a:solidFill>
                  <a:schemeClr val="accent1"/>
                </a:solidFill>
              </a:defRPr>
            </a:lvl9pPr>
          </a:lstStyle>
          <a:p>
            <a:r>
              <a:t>xx%</a:t>
            </a:r>
          </a:p>
        </p:txBody>
      </p:sp>
      <p:sp>
        <p:nvSpPr>
          <p:cNvPr id="24" name="Google Shape;24;p3"/>
          <p:cNvSpPr/>
          <p:nvPr/>
        </p:nvSpPr>
        <p:spPr>
          <a:xfrm>
            <a:off x="343338" y="530400"/>
            <a:ext cx="510000" cy="510000"/>
          </a:xfrm>
          <a:prstGeom prst="ellipse">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25"/>
        <p:cNvGrpSpPr/>
        <p:nvPr/>
      </p:nvGrpSpPr>
      <p:grpSpPr>
        <a:xfrm>
          <a:off x="0" y="0"/>
          <a:ext cx="0" cy="0"/>
          <a:chOff x="0" y="0"/>
          <a:chExt cx="0" cy="0"/>
        </a:xfrm>
      </p:grpSpPr>
      <p:sp>
        <p:nvSpPr>
          <p:cNvPr id="26" name="Google Shape;26;p4"/>
          <p:cNvSpPr/>
          <p:nvPr/>
        </p:nvSpPr>
        <p:spPr>
          <a:xfrm>
            <a:off x="7425750" y="4590550"/>
            <a:ext cx="2495400" cy="2495400"/>
          </a:xfrm>
          <a:prstGeom prst="ellipse">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 name="Google Shape;27;p4"/>
          <p:cNvSpPr/>
          <p:nvPr/>
        </p:nvSpPr>
        <p:spPr>
          <a:xfrm>
            <a:off x="8322100" y="3574675"/>
            <a:ext cx="2495400" cy="24954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 name="Google Shape;28;p4"/>
          <p:cNvSpPr txBox="1">
            <a:spLocks noGrp="1"/>
          </p:cNvSpPr>
          <p:nvPr>
            <p:ph type="title"/>
          </p:nvPr>
        </p:nvSpPr>
        <p:spPr>
          <a:xfrm>
            <a:off x="720000" y="1274863"/>
            <a:ext cx="2211900" cy="101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2pPr>
            <a:lvl3pPr lvl="2"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3pPr>
            <a:lvl4pPr lvl="3"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4pPr>
            <a:lvl5pPr lvl="4"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5pPr>
            <a:lvl6pPr lvl="5"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6pPr>
            <a:lvl7pPr lvl="6"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7pPr>
            <a:lvl8pPr lvl="7"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8pPr>
            <a:lvl9pPr lvl="8"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9pPr>
          </a:lstStyle>
          <a:p/>
        </p:txBody>
      </p:sp>
      <p:sp>
        <p:nvSpPr>
          <p:cNvPr id="29" name="Google Shape;29;p4"/>
          <p:cNvSpPr txBox="1">
            <a:spLocks noGrp="1"/>
          </p:cNvSpPr>
          <p:nvPr>
            <p:ph type="subTitle" idx="1"/>
          </p:nvPr>
        </p:nvSpPr>
        <p:spPr>
          <a:xfrm>
            <a:off x="720000" y="2409738"/>
            <a:ext cx="2574600" cy="145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30" name="Google Shape;30;p4"/>
          <p:cNvSpPr/>
          <p:nvPr/>
        </p:nvSpPr>
        <p:spPr>
          <a:xfrm>
            <a:off x="8067950" y="1525525"/>
            <a:ext cx="510000" cy="5100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 name="Google Shape;31;p4"/>
          <p:cNvSpPr/>
          <p:nvPr/>
        </p:nvSpPr>
        <p:spPr>
          <a:xfrm>
            <a:off x="103600" y="567775"/>
            <a:ext cx="707100" cy="707100"/>
          </a:xfrm>
          <a:prstGeom prst="ellipse">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2pPr>
            <a:lvl3pPr lvl="2"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3pPr>
            <a:lvl4pPr lvl="3"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4pPr>
            <a:lvl5pPr lvl="4"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5pPr>
            <a:lvl6pPr lvl="5"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6pPr>
            <a:lvl7pPr lvl="6"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7pPr>
            <a:lvl8pPr lvl="7"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8pPr>
            <a:lvl9pPr lvl="8"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9pPr>
          </a:lstStyle>
          <a:p/>
        </p:txBody>
      </p:sp>
      <p:sp>
        <p:nvSpPr>
          <p:cNvPr id="34" name="Google Shape;34;p5"/>
          <p:cNvSpPr txBox="1">
            <a:spLocks noGrp="1"/>
          </p:cNvSpPr>
          <p:nvPr>
            <p:ph type="subTitle" idx="1"/>
          </p:nvPr>
        </p:nvSpPr>
        <p:spPr>
          <a:xfrm>
            <a:off x="1467700" y="3265600"/>
            <a:ext cx="2428500" cy="39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2"/>
              </a:buClr>
              <a:buSzPts val="1600"/>
              <a:buFont typeface="Archivo Black" panose="020B0A03020202020B04"/>
              <a:buNone/>
              <a:defRPr sz="1600">
                <a:solidFill>
                  <a:schemeClr val="accent2"/>
                </a:solidFill>
                <a:latin typeface="Archivo Black" panose="020B0A03020202020B04"/>
                <a:ea typeface="Archivo Black" panose="020B0A03020202020B04"/>
                <a:cs typeface="Archivo Black" panose="020B0A03020202020B04"/>
                <a:sym typeface="Archivo Black" panose="020B0A03020202020B04"/>
              </a:defRPr>
            </a:lvl1pPr>
            <a:lvl2pPr lvl="1" algn="ctr" rtl="0">
              <a:lnSpc>
                <a:spcPct val="100000"/>
              </a:lnSpc>
              <a:spcBef>
                <a:spcPts val="1600"/>
              </a:spcBef>
              <a:spcAft>
                <a:spcPts val="0"/>
              </a:spcAft>
              <a:buClr>
                <a:schemeClr val="accent2"/>
              </a:buClr>
              <a:buSzPts val="1400"/>
              <a:buNone/>
              <a:defRPr>
                <a:solidFill>
                  <a:schemeClr val="accent2"/>
                </a:solidFill>
              </a:defRPr>
            </a:lvl2pPr>
            <a:lvl3pPr lvl="2" algn="ctr" rtl="0">
              <a:lnSpc>
                <a:spcPct val="100000"/>
              </a:lnSpc>
              <a:spcBef>
                <a:spcPts val="1600"/>
              </a:spcBef>
              <a:spcAft>
                <a:spcPts val="0"/>
              </a:spcAft>
              <a:buClr>
                <a:schemeClr val="accent2"/>
              </a:buClr>
              <a:buSzPts val="1400"/>
              <a:buNone/>
              <a:defRPr>
                <a:solidFill>
                  <a:schemeClr val="accent2"/>
                </a:solidFill>
              </a:defRPr>
            </a:lvl3pPr>
            <a:lvl4pPr lvl="3" algn="ctr" rtl="0">
              <a:lnSpc>
                <a:spcPct val="100000"/>
              </a:lnSpc>
              <a:spcBef>
                <a:spcPts val="1600"/>
              </a:spcBef>
              <a:spcAft>
                <a:spcPts val="0"/>
              </a:spcAft>
              <a:buClr>
                <a:schemeClr val="accent2"/>
              </a:buClr>
              <a:buSzPts val="1400"/>
              <a:buNone/>
              <a:defRPr>
                <a:solidFill>
                  <a:schemeClr val="accent2"/>
                </a:solidFill>
              </a:defRPr>
            </a:lvl4pPr>
            <a:lvl5pPr lvl="4" algn="ctr" rtl="0">
              <a:lnSpc>
                <a:spcPct val="100000"/>
              </a:lnSpc>
              <a:spcBef>
                <a:spcPts val="1600"/>
              </a:spcBef>
              <a:spcAft>
                <a:spcPts val="0"/>
              </a:spcAft>
              <a:buClr>
                <a:schemeClr val="accent2"/>
              </a:buClr>
              <a:buSzPts val="1400"/>
              <a:buNone/>
              <a:defRPr>
                <a:solidFill>
                  <a:schemeClr val="accent2"/>
                </a:solidFill>
              </a:defRPr>
            </a:lvl5pPr>
            <a:lvl6pPr lvl="5" algn="ctr" rtl="0">
              <a:lnSpc>
                <a:spcPct val="100000"/>
              </a:lnSpc>
              <a:spcBef>
                <a:spcPts val="1600"/>
              </a:spcBef>
              <a:spcAft>
                <a:spcPts val="0"/>
              </a:spcAft>
              <a:buClr>
                <a:schemeClr val="accent2"/>
              </a:buClr>
              <a:buSzPts val="1400"/>
              <a:buNone/>
              <a:defRPr>
                <a:solidFill>
                  <a:schemeClr val="accent2"/>
                </a:solidFill>
              </a:defRPr>
            </a:lvl6pPr>
            <a:lvl7pPr lvl="6" algn="ctr" rtl="0">
              <a:lnSpc>
                <a:spcPct val="100000"/>
              </a:lnSpc>
              <a:spcBef>
                <a:spcPts val="1600"/>
              </a:spcBef>
              <a:spcAft>
                <a:spcPts val="0"/>
              </a:spcAft>
              <a:buClr>
                <a:schemeClr val="accent2"/>
              </a:buClr>
              <a:buSzPts val="1400"/>
              <a:buNone/>
              <a:defRPr>
                <a:solidFill>
                  <a:schemeClr val="accent2"/>
                </a:solidFill>
              </a:defRPr>
            </a:lvl7pPr>
            <a:lvl8pPr lvl="7" algn="ctr" rtl="0">
              <a:lnSpc>
                <a:spcPct val="100000"/>
              </a:lnSpc>
              <a:spcBef>
                <a:spcPts val="1600"/>
              </a:spcBef>
              <a:spcAft>
                <a:spcPts val="0"/>
              </a:spcAft>
              <a:buClr>
                <a:schemeClr val="accent2"/>
              </a:buClr>
              <a:buSzPts val="1400"/>
              <a:buNone/>
              <a:defRPr>
                <a:solidFill>
                  <a:schemeClr val="accent2"/>
                </a:solidFill>
              </a:defRPr>
            </a:lvl8pPr>
            <a:lvl9pPr lvl="8" algn="ctr" rtl="0">
              <a:lnSpc>
                <a:spcPct val="100000"/>
              </a:lnSpc>
              <a:spcBef>
                <a:spcPts val="1600"/>
              </a:spcBef>
              <a:spcAft>
                <a:spcPts val="1600"/>
              </a:spcAft>
              <a:buClr>
                <a:schemeClr val="accent2"/>
              </a:buClr>
              <a:buSzPts val="1400"/>
              <a:buNone/>
              <a:defRPr>
                <a:solidFill>
                  <a:schemeClr val="accent2"/>
                </a:solidFill>
              </a:defRPr>
            </a:lvl9pPr>
          </a:lstStyle>
          <a:p/>
        </p:txBody>
      </p:sp>
      <p:sp>
        <p:nvSpPr>
          <p:cNvPr id="35" name="Google Shape;35;p5"/>
          <p:cNvSpPr txBox="1">
            <a:spLocks noGrp="1"/>
          </p:cNvSpPr>
          <p:nvPr>
            <p:ph type="subTitle" idx="2"/>
          </p:nvPr>
        </p:nvSpPr>
        <p:spPr>
          <a:xfrm>
            <a:off x="1460800" y="3610000"/>
            <a:ext cx="2442300" cy="572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36" name="Google Shape;36;p5"/>
          <p:cNvSpPr txBox="1">
            <a:spLocks noGrp="1"/>
          </p:cNvSpPr>
          <p:nvPr>
            <p:ph type="subTitle" idx="3"/>
          </p:nvPr>
        </p:nvSpPr>
        <p:spPr>
          <a:xfrm>
            <a:off x="5247775" y="3265600"/>
            <a:ext cx="2428500" cy="39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2"/>
              </a:buClr>
              <a:buSzPts val="1600"/>
              <a:buFont typeface="Archivo Black" panose="020B0A03020202020B04"/>
              <a:buNone/>
              <a:defRPr sz="1600">
                <a:solidFill>
                  <a:schemeClr val="accent2"/>
                </a:solidFill>
                <a:latin typeface="Archivo Black" panose="020B0A03020202020B04"/>
                <a:ea typeface="Archivo Black" panose="020B0A03020202020B04"/>
                <a:cs typeface="Archivo Black" panose="020B0A03020202020B04"/>
                <a:sym typeface="Archivo Black" panose="020B0A03020202020B04"/>
              </a:defRPr>
            </a:lvl1pPr>
            <a:lvl2pPr lvl="1" algn="ctr" rtl="0">
              <a:lnSpc>
                <a:spcPct val="100000"/>
              </a:lnSpc>
              <a:spcBef>
                <a:spcPts val="1600"/>
              </a:spcBef>
              <a:spcAft>
                <a:spcPts val="0"/>
              </a:spcAft>
              <a:buClr>
                <a:schemeClr val="accent2"/>
              </a:buClr>
              <a:buSzPts val="1400"/>
              <a:buNone/>
              <a:defRPr>
                <a:solidFill>
                  <a:schemeClr val="accent2"/>
                </a:solidFill>
              </a:defRPr>
            </a:lvl2pPr>
            <a:lvl3pPr lvl="2" algn="ctr" rtl="0">
              <a:lnSpc>
                <a:spcPct val="100000"/>
              </a:lnSpc>
              <a:spcBef>
                <a:spcPts val="1600"/>
              </a:spcBef>
              <a:spcAft>
                <a:spcPts val="0"/>
              </a:spcAft>
              <a:buClr>
                <a:schemeClr val="accent2"/>
              </a:buClr>
              <a:buSzPts val="1400"/>
              <a:buNone/>
              <a:defRPr>
                <a:solidFill>
                  <a:schemeClr val="accent2"/>
                </a:solidFill>
              </a:defRPr>
            </a:lvl3pPr>
            <a:lvl4pPr lvl="3" algn="ctr" rtl="0">
              <a:lnSpc>
                <a:spcPct val="100000"/>
              </a:lnSpc>
              <a:spcBef>
                <a:spcPts val="1600"/>
              </a:spcBef>
              <a:spcAft>
                <a:spcPts val="0"/>
              </a:spcAft>
              <a:buClr>
                <a:schemeClr val="accent2"/>
              </a:buClr>
              <a:buSzPts val="1400"/>
              <a:buNone/>
              <a:defRPr>
                <a:solidFill>
                  <a:schemeClr val="accent2"/>
                </a:solidFill>
              </a:defRPr>
            </a:lvl4pPr>
            <a:lvl5pPr lvl="4" algn="ctr" rtl="0">
              <a:lnSpc>
                <a:spcPct val="100000"/>
              </a:lnSpc>
              <a:spcBef>
                <a:spcPts val="1600"/>
              </a:spcBef>
              <a:spcAft>
                <a:spcPts val="0"/>
              </a:spcAft>
              <a:buClr>
                <a:schemeClr val="accent2"/>
              </a:buClr>
              <a:buSzPts val="1400"/>
              <a:buNone/>
              <a:defRPr>
                <a:solidFill>
                  <a:schemeClr val="accent2"/>
                </a:solidFill>
              </a:defRPr>
            </a:lvl5pPr>
            <a:lvl6pPr lvl="5" algn="ctr" rtl="0">
              <a:lnSpc>
                <a:spcPct val="100000"/>
              </a:lnSpc>
              <a:spcBef>
                <a:spcPts val="1600"/>
              </a:spcBef>
              <a:spcAft>
                <a:spcPts val="0"/>
              </a:spcAft>
              <a:buClr>
                <a:schemeClr val="accent2"/>
              </a:buClr>
              <a:buSzPts val="1400"/>
              <a:buNone/>
              <a:defRPr>
                <a:solidFill>
                  <a:schemeClr val="accent2"/>
                </a:solidFill>
              </a:defRPr>
            </a:lvl6pPr>
            <a:lvl7pPr lvl="6" algn="ctr" rtl="0">
              <a:lnSpc>
                <a:spcPct val="100000"/>
              </a:lnSpc>
              <a:spcBef>
                <a:spcPts val="1600"/>
              </a:spcBef>
              <a:spcAft>
                <a:spcPts val="0"/>
              </a:spcAft>
              <a:buClr>
                <a:schemeClr val="accent2"/>
              </a:buClr>
              <a:buSzPts val="1400"/>
              <a:buNone/>
              <a:defRPr>
                <a:solidFill>
                  <a:schemeClr val="accent2"/>
                </a:solidFill>
              </a:defRPr>
            </a:lvl7pPr>
            <a:lvl8pPr lvl="7" algn="ctr" rtl="0">
              <a:lnSpc>
                <a:spcPct val="100000"/>
              </a:lnSpc>
              <a:spcBef>
                <a:spcPts val="1600"/>
              </a:spcBef>
              <a:spcAft>
                <a:spcPts val="0"/>
              </a:spcAft>
              <a:buClr>
                <a:schemeClr val="accent2"/>
              </a:buClr>
              <a:buSzPts val="1400"/>
              <a:buNone/>
              <a:defRPr>
                <a:solidFill>
                  <a:schemeClr val="accent2"/>
                </a:solidFill>
              </a:defRPr>
            </a:lvl8pPr>
            <a:lvl9pPr lvl="8" algn="ctr" rtl="0">
              <a:lnSpc>
                <a:spcPct val="100000"/>
              </a:lnSpc>
              <a:spcBef>
                <a:spcPts val="1600"/>
              </a:spcBef>
              <a:spcAft>
                <a:spcPts val="1600"/>
              </a:spcAft>
              <a:buClr>
                <a:schemeClr val="accent2"/>
              </a:buClr>
              <a:buSzPts val="1400"/>
              <a:buNone/>
              <a:defRPr>
                <a:solidFill>
                  <a:schemeClr val="accent2"/>
                </a:solidFill>
              </a:defRPr>
            </a:lvl9pPr>
          </a:lstStyle>
          <a:p/>
        </p:txBody>
      </p:sp>
      <p:sp>
        <p:nvSpPr>
          <p:cNvPr id="37" name="Google Shape;37;p5"/>
          <p:cNvSpPr txBox="1">
            <a:spLocks noGrp="1"/>
          </p:cNvSpPr>
          <p:nvPr>
            <p:ph type="subTitle" idx="4"/>
          </p:nvPr>
        </p:nvSpPr>
        <p:spPr>
          <a:xfrm>
            <a:off x="5240872" y="3610000"/>
            <a:ext cx="2442300" cy="572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38" name="Google Shape;38;p5"/>
          <p:cNvSpPr/>
          <p:nvPr/>
        </p:nvSpPr>
        <p:spPr>
          <a:xfrm flipH="1">
            <a:off x="1001725" y="1017725"/>
            <a:ext cx="510000" cy="5100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 name="Google Shape;39;p5"/>
          <p:cNvSpPr/>
          <p:nvPr/>
        </p:nvSpPr>
        <p:spPr>
          <a:xfrm rot="10800000" flipH="1">
            <a:off x="8060780" y="1288771"/>
            <a:ext cx="1919614" cy="5215142"/>
          </a:xfrm>
          <a:custGeom>
            <a:avLst/>
            <a:gdLst/>
            <a:ahLst/>
            <a:cxnLst/>
            <a:rect l="l" t="t" r="r" b="b"/>
            <a:pathLst>
              <a:path w="41808" h="92545" extrusionOk="0">
                <a:moveTo>
                  <a:pt x="41807" y="0"/>
                </a:moveTo>
                <a:cubicBezTo>
                  <a:pt x="41807" y="0"/>
                  <a:pt x="1" y="2687"/>
                  <a:pt x="6251" y="28395"/>
                </a:cubicBezTo>
                <a:cubicBezTo>
                  <a:pt x="8717" y="38543"/>
                  <a:pt x="22408" y="37842"/>
                  <a:pt x="16617" y="54437"/>
                </a:cubicBezTo>
                <a:cubicBezTo>
                  <a:pt x="12228" y="67009"/>
                  <a:pt x="29363" y="71594"/>
                  <a:pt x="27761" y="82441"/>
                </a:cubicBezTo>
                <a:cubicBezTo>
                  <a:pt x="26355" y="91961"/>
                  <a:pt x="38235" y="92544"/>
                  <a:pt x="41164" y="92544"/>
                </a:cubicBezTo>
                <a:cubicBezTo>
                  <a:pt x="41573" y="92544"/>
                  <a:pt x="41807" y="92533"/>
                  <a:pt x="41807" y="92533"/>
                </a:cubicBezTo>
                <a:lnTo>
                  <a:pt x="41807" y="0"/>
                </a:lnTo>
                <a:close/>
              </a:path>
            </a:pathLst>
          </a:cu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0"/>
        <p:cNvGrpSpPr/>
        <p:nvPr/>
      </p:nvGrpSpPr>
      <p:grpSpPr>
        <a:xfrm>
          <a:off x="0" y="0"/>
          <a:ext cx="0" cy="0"/>
          <a:chOff x="0" y="0"/>
          <a:chExt cx="0" cy="0"/>
        </a:xfrm>
      </p:grpSpPr>
      <p:sp>
        <p:nvSpPr>
          <p:cNvPr id="41" name="Google Shape;41;p6"/>
          <p:cNvSpPr/>
          <p:nvPr/>
        </p:nvSpPr>
        <p:spPr>
          <a:xfrm rot="5400000">
            <a:off x="8145336" y="1063812"/>
            <a:ext cx="2676339" cy="7271029"/>
          </a:xfrm>
          <a:custGeom>
            <a:avLst/>
            <a:gdLst/>
            <a:ahLst/>
            <a:cxnLst/>
            <a:rect l="l" t="t" r="r" b="b"/>
            <a:pathLst>
              <a:path w="41808" h="92545" extrusionOk="0">
                <a:moveTo>
                  <a:pt x="41807" y="0"/>
                </a:moveTo>
                <a:cubicBezTo>
                  <a:pt x="41807" y="0"/>
                  <a:pt x="1" y="2687"/>
                  <a:pt x="6251" y="28395"/>
                </a:cubicBezTo>
                <a:cubicBezTo>
                  <a:pt x="8717" y="38543"/>
                  <a:pt x="22408" y="37842"/>
                  <a:pt x="16617" y="54437"/>
                </a:cubicBezTo>
                <a:cubicBezTo>
                  <a:pt x="12228" y="67009"/>
                  <a:pt x="29363" y="71594"/>
                  <a:pt x="27761" y="82441"/>
                </a:cubicBezTo>
                <a:cubicBezTo>
                  <a:pt x="26355" y="91961"/>
                  <a:pt x="38235" y="92544"/>
                  <a:pt x="41164" y="92544"/>
                </a:cubicBezTo>
                <a:cubicBezTo>
                  <a:pt x="41573" y="92544"/>
                  <a:pt x="41807" y="92533"/>
                  <a:pt x="41807" y="92533"/>
                </a:cubicBezTo>
                <a:lnTo>
                  <a:pt x="41807" y="0"/>
                </a:lnTo>
                <a:close/>
              </a:path>
            </a:pathLst>
          </a:cu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 name="Google Shape;42;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2800"/>
              <a:buNone/>
              <a:defRPr>
                <a:solidFill>
                  <a:srgbClr val="000000"/>
                </a:solidFill>
              </a:defRPr>
            </a:lvl1pPr>
            <a:lvl2pPr lvl="1"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2pPr>
            <a:lvl3pPr lvl="2"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3pPr>
            <a:lvl4pPr lvl="3"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4pPr>
            <a:lvl5pPr lvl="4"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5pPr>
            <a:lvl6pPr lvl="5"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6pPr>
            <a:lvl7pPr lvl="6"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7pPr>
            <a:lvl8pPr lvl="7"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8pPr>
            <a:lvl9pPr lvl="8"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9pPr>
          </a:lstStyle>
          <a:p/>
        </p:txBody>
      </p:sp>
      <p:sp>
        <p:nvSpPr>
          <p:cNvPr id="43" name="Google Shape;43;p6"/>
          <p:cNvSpPr/>
          <p:nvPr/>
        </p:nvSpPr>
        <p:spPr>
          <a:xfrm rot="10800000" flipH="1">
            <a:off x="-1334500" y="-1285800"/>
            <a:ext cx="2495400" cy="24954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4"/>
        <p:cNvGrpSpPr/>
        <p:nvPr/>
      </p:nvGrpSpPr>
      <p:grpSpPr>
        <a:xfrm>
          <a:off x="0" y="0"/>
          <a:ext cx="0" cy="0"/>
          <a:chOff x="0" y="0"/>
          <a:chExt cx="0" cy="0"/>
        </a:xfrm>
      </p:grpSpPr>
      <p:sp>
        <p:nvSpPr>
          <p:cNvPr id="45" name="Google Shape;45;p7"/>
          <p:cNvSpPr/>
          <p:nvPr/>
        </p:nvSpPr>
        <p:spPr>
          <a:xfrm>
            <a:off x="4895800" y="1162400"/>
            <a:ext cx="5958000" cy="59580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a:t> </a:t>
            </a:r>
            <a:endParaRPr lang="en-GB"/>
          </a:p>
        </p:txBody>
      </p:sp>
      <p:sp>
        <p:nvSpPr>
          <p:cNvPr id="46" name="Google Shape;46;p7"/>
          <p:cNvSpPr txBox="1">
            <a:spLocks noGrp="1"/>
          </p:cNvSpPr>
          <p:nvPr>
            <p:ph type="title"/>
          </p:nvPr>
        </p:nvSpPr>
        <p:spPr>
          <a:xfrm>
            <a:off x="6212100" y="2285186"/>
            <a:ext cx="2211900" cy="540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800"/>
              <a:buNone/>
              <a:defRPr/>
            </a:lvl1pPr>
            <a:lvl2pPr lvl="1" algn="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2pPr>
            <a:lvl3pPr lvl="2" algn="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3pPr>
            <a:lvl4pPr lvl="3" algn="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4pPr>
            <a:lvl5pPr lvl="4" algn="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5pPr>
            <a:lvl6pPr lvl="5" algn="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6pPr>
            <a:lvl7pPr lvl="6" algn="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7pPr>
            <a:lvl8pPr lvl="7" algn="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8pPr>
            <a:lvl9pPr lvl="8" algn="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9pPr>
          </a:lstStyle>
          <a:p/>
        </p:txBody>
      </p:sp>
      <p:sp>
        <p:nvSpPr>
          <p:cNvPr id="47" name="Google Shape;47;p7"/>
          <p:cNvSpPr txBox="1">
            <a:spLocks noGrp="1"/>
          </p:cNvSpPr>
          <p:nvPr>
            <p:ph type="subTitle" idx="1"/>
          </p:nvPr>
        </p:nvSpPr>
        <p:spPr>
          <a:xfrm>
            <a:off x="5849500" y="2949317"/>
            <a:ext cx="2574600" cy="14589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None/>
              <a:defRPr sz="1600"/>
            </a:lvl1pPr>
            <a:lvl2pPr lvl="1" algn="r" rtl="0">
              <a:lnSpc>
                <a:spcPct val="100000"/>
              </a:lnSpc>
              <a:spcBef>
                <a:spcPts val="0"/>
              </a:spcBef>
              <a:spcAft>
                <a:spcPts val="0"/>
              </a:spcAft>
              <a:buSzPts val="1600"/>
              <a:buNone/>
              <a:defRPr sz="1600"/>
            </a:lvl2pPr>
            <a:lvl3pPr lvl="2" algn="r" rtl="0">
              <a:lnSpc>
                <a:spcPct val="100000"/>
              </a:lnSpc>
              <a:spcBef>
                <a:spcPts val="0"/>
              </a:spcBef>
              <a:spcAft>
                <a:spcPts val="0"/>
              </a:spcAft>
              <a:buSzPts val="1600"/>
              <a:buNone/>
              <a:defRPr sz="1600"/>
            </a:lvl3pPr>
            <a:lvl4pPr lvl="3" algn="r" rtl="0">
              <a:lnSpc>
                <a:spcPct val="100000"/>
              </a:lnSpc>
              <a:spcBef>
                <a:spcPts val="0"/>
              </a:spcBef>
              <a:spcAft>
                <a:spcPts val="0"/>
              </a:spcAft>
              <a:buSzPts val="1600"/>
              <a:buNone/>
              <a:defRPr sz="1600"/>
            </a:lvl4pPr>
            <a:lvl5pPr lvl="4" algn="r" rtl="0">
              <a:lnSpc>
                <a:spcPct val="100000"/>
              </a:lnSpc>
              <a:spcBef>
                <a:spcPts val="0"/>
              </a:spcBef>
              <a:spcAft>
                <a:spcPts val="0"/>
              </a:spcAft>
              <a:buSzPts val="1600"/>
              <a:buNone/>
              <a:defRPr sz="1600"/>
            </a:lvl5pPr>
            <a:lvl6pPr lvl="5" algn="r" rtl="0">
              <a:lnSpc>
                <a:spcPct val="100000"/>
              </a:lnSpc>
              <a:spcBef>
                <a:spcPts val="0"/>
              </a:spcBef>
              <a:spcAft>
                <a:spcPts val="0"/>
              </a:spcAft>
              <a:buSzPts val="1600"/>
              <a:buNone/>
              <a:defRPr sz="1600"/>
            </a:lvl6pPr>
            <a:lvl7pPr lvl="6" algn="r" rtl="0">
              <a:lnSpc>
                <a:spcPct val="100000"/>
              </a:lnSpc>
              <a:spcBef>
                <a:spcPts val="0"/>
              </a:spcBef>
              <a:spcAft>
                <a:spcPts val="0"/>
              </a:spcAft>
              <a:buSzPts val="1600"/>
              <a:buNone/>
              <a:defRPr sz="1600"/>
            </a:lvl7pPr>
            <a:lvl8pPr lvl="7" algn="r" rtl="0">
              <a:lnSpc>
                <a:spcPct val="100000"/>
              </a:lnSpc>
              <a:spcBef>
                <a:spcPts val="0"/>
              </a:spcBef>
              <a:spcAft>
                <a:spcPts val="0"/>
              </a:spcAft>
              <a:buSzPts val="1600"/>
              <a:buNone/>
              <a:defRPr sz="1600"/>
            </a:lvl8pPr>
            <a:lvl9pPr lvl="8" algn="r" rtl="0">
              <a:lnSpc>
                <a:spcPct val="100000"/>
              </a:lnSpc>
              <a:spcBef>
                <a:spcPts val="0"/>
              </a:spcBef>
              <a:spcAft>
                <a:spcPts val="0"/>
              </a:spcAft>
              <a:buSzPts val="1600"/>
              <a:buNone/>
              <a:defRPr sz="1600"/>
            </a:lvl9pPr>
          </a:lstStyle>
          <a:p/>
        </p:txBody>
      </p:sp>
      <p:sp>
        <p:nvSpPr>
          <p:cNvPr id="48" name="Google Shape;48;p7"/>
          <p:cNvSpPr/>
          <p:nvPr/>
        </p:nvSpPr>
        <p:spPr>
          <a:xfrm>
            <a:off x="-331475" y="437100"/>
            <a:ext cx="992100" cy="992100"/>
          </a:xfrm>
          <a:prstGeom prst="ellipse">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 name="Google Shape;49;p7"/>
          <p:cNvSpPr/>
          <p:nvPr/>
        </p:nvSpPr>
        <p:spPr>
          <a:xfrm>
            <a:off x="3903700" y="4511825"/>
            <a:ext cx="992100" cy="9921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0"/>
        <p:cNvGrpSpPr/>
        <p:nvPr/>
      </p:nvGrpSpPr>
      <p:grpSpPr>
        <a:xfrm>
          <a:off x="0" y="0"/>
          <a:ext cx="0" cy="0"/>
          <a:chOff x="0" y="0"/>
          <a:chExt cx="0" cy="0"/>
        </a:xfrm>
      </p:grpSpPr>
      <p:sp>
        <p:nvSpPr>
          <p:cNvPr id="51" name="Google Shape;51;p8"/>
          <p:cNvSpPr txBox="1">
            <a:spLocks noGrp="1"/>
          </p:cNvSpPr>
          <p:nvPr>
            <p:ph type="title"/>
          </p:nvPr>
        </p:nvSpPr>
        <p:spPr>
          <a:xfrm>
            <a:off x="1703100" y="1757850"/>
            <a:ext cx="5737800" cy="162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p:txBody>
      </p:sp>
      <p:sp>
        <p:nvSpPr>
          <p:cNvPr id="52" name="Google Shape;52;p8"/>
          <p:cNvSpPr/>
          <p:nvPr/>
        </p:nvSpPr>
        <p:spPr>
          <a:xfrm rot="10800000" flipH="1">
            <a:off x="8475725" y="4030975"/>
            <a:ext cx="849600" cy="849600"/>
          </a:xfrm>
          <a:prstGeom prst="ellipse">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 name="Google Shape;53;p8"/>
          <p:cNvSpPr/>
          <p:nvPr/>
        </p:nvSpPr>
        <p:spPr>
          <a:xfrm rot="10800000" flipH="1">
            <a:off x="7965725" y="4550450"/>
            <a:ext cx="510000" cy="5100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 name="Google Shape;54;p8"/>
          <p:cNvSpPr/>
          <p:nvPr/>
        </p:nvSpPr>
        <p:spPr>
          <a:xfrm rot="-5400000">
            <a:off x="-1212807" y="-2636105"/>
            <a:ext cx="2478587" cy="6733574"/>
          </a:xfrm>
          <a:custGeom>
            <a:avLst/>
            <a:gdLst/>
            <a:ahLst/>
            <a:cxnLst/>
            <a:rect l="l" t="t" r="r" b="b"/>
            <a:pathLst>
              <a:path w="41808" h="92545" extrusionOk="0">
                <a:moveTo>
                  <a:pt x="41807" y="0"/>
                </a:moveTo>
                <a:cubicBezTo>
                  <a:pt x="41807" y="0"/>
                  <a:pt x="1" y="2687"/>
                  <a:pt x="6251" y="28395"/>
                </a:cubicBezTo>
                <a:cubicBezTo>
                  <a:pt x="8717" y="38543"/>
                  <a:pt x="22408" y="37842"/>
                  <a:pt x="16617" y="54437"/>
                </a:cubicBezTo>
                <a:cubicBezTo>
                  <a:pt x="12228" y="67009"/>
                  <a:pt x="29363" y="71594"/>
                  <a:pt x="27761" y="82441"/>
                </a:cubicBezTo>
                <a:cubicBezTo>
                  <a:pt x="26355" y="91961"/>
                  <a:pt x="38235" y="92544"/>
                  <a:pt x="41164" y="92544"/>
                </a:cubicBezTo>
                <a:cubicBezTo>
                  <a:pt x="41573" y="92544"/>
                  <a:pt x="41807" y="92533"/>
                  <a:pt x="41807" y="92533"/>
                </a:cubicBezTo>
                <a:lnTo>
                  <a:pt x="41807" y="0"/>
                </a:lnTo>
                <a:close/>
              </a:path>
            </a:pathLst>
          </a:cu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696600" y="1233175"/>
            <a:ext cx="33411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p:txBody>
      </p:sp>
      <p:sp>
        <p:nvSpPr>
          <p:cNvPr id="57" name="Google Shape;57;p9"/>
          <p:cNvSpPr txBox="1">
            <a:spLocks noGrp="1"/>
          </p:cNvSpPr>
          <p:nvPr>
            <p:ph type="subTitle" idx="1"/>
          </p:nvPr>
        </p:nvSpPr>
        <p:spPr>
          <a:xfrm>
            <a:off x="696600" y="2803075"/>
            <a:ext cx="33411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p:txBody>
      </p:sp>
      <p:sp>
        <p:nvSpPr>
          <p:cNvPr id="58" name="Google Shape;58;p9"/>
          <p:cNvSpPr/>
          <p:nvPr/>
        </p:nvSpPr>
        <p:spPr>
          <a:xfrm rot="10800000" flipH="1">
            <a:off x="356163" y="374400"/>
            <a:ext cx="510000" cy="510000"/>
          </a:xfrm>
          <a:prstGeom prst="ellipse">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 name="Google Shape;59;p9"/>
          <p:cNvSpPr/>
          <p:nvPr/>
        </p:nvSpPr>
        <p:spPr>
          <a:xfrm>
            <a:off x="7750025" y="3728525"/>
            <a:ext cx="2495400" cy="24954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 name="Google Shape;60;p9"/>
          <p:cNvSpPr txBox="1">
            <a:spLocks noGrp="1"/>
          </p:cNvSpPr>
          <p:nvPr>
            <p:ph type="body" idx="2"/>
          </p:nvPr>
        </p:nvSpPr>
        <p:spPr>
          <a:xfrm>
            <a:off x="4037700" y="562950"/>
            <a:ext cx="4022100" cy="4017600"/>
          </a:xfrm>
          <a:prstGeom prst="rect">
            <a:avLst/>
          </a:prstGeom>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923900" y="902225"/>
            <a:ext cx="5296200" cy="1005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2pPr>
            <a:lvl3pPr lvl="2"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3pPr>
            <a:lvl4pPr lvl="3"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4pPr>
            <a:lvl5pPr lvl="4"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5pPr>
            <a:lvl6pPr lvl="5"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6pPr>
            <a:lvl7pPr lvl="6"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7pPr>
            <a:lvl8pPr lvl="7"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8pPr>
            <a:lvl9pPr lvl="8"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9pPr>
          </a:lstStyle>
          <a:p/>
        </p:txBody>
      </p:sp>
      <p:sp>
        <p:nvSpPr>
          <p:cNvPr id="63" name="Google Shape;63;p10"/>
          <p:cNvSpPr/>
          <p:nvPr/>
        </p:nvSpPr>
        <p:spPr>
          <a:xfrm rot="10800000" flipH="1">
            <a:off x="7870275" y="3846125"/>
            <a:ext cx="2495400" cy="2495400"/>
          </a:xfrm>
          <a:prstGeom prst="ellipse">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 name="Google Shape;64;p10"/>
          <p:cNvSpPr/>
          <p:nvPr/>
        </p:nvSpPr>
        <p:spPr>
          <a:xfrm rot="10800000" flipH="1">
            <a:off x="8580583" y="3299350"/>
            <a:ext cx="835500" cy="8355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 name="Google Shape;65;p10"/>
          <p:cNvSpPr/>
          <p:nvPr/>
        </p:nvSpPr>
        <p:spPr>
          <a:xfrm rot="989351" flipH="1">
            <a:off x="-187860" y="-2080999"/>
            <a:ext cx="1919651" cy="5215156"/>
          </a:xfrm>
          <a:custGeom>
            <a:avLst/>
            <a:gdLst/>
            <a:ahLst/>
            <a:cxnLst/>
            <a:rect l="l" t="t" r="r" b="b"/>
            <a:pathLst>
              <a:path w="41808" h="92545" extrusionOk="0">
                <a:moveTo>
                  <a:pt x="41807" y="0"/>
                </a:moveTo>
                <a:cubicBezTo>
                  <a:pt x="41807" y="0"/>
                  <a:pt x="1" y="2687"/>
                  <a:pt x="6251" y="28395"/>
                </a:cubicBezTo>
                <a:cubicBezTo>
                  <a:pt x="8717" y="38543"/>
                  <a:pt x="22408" y="37842"/>
                  <a:pt x="16617" y="54437"/>
                </a:cubicBezTo>
                <a:cubicBezTo>
                  <a:pt x="12228" y="67009"/>
                  <a:pt x="29363" y="71594"/>
                  <a:pt x="27761" y="82441"/>
                </a:cubicBezTo>
                <a:cubicBezTo>
                  <a:pt x="26355" y="91961"/>
                  <a:pt x="38235" y="92544"/>
                  <a:pt x="41164" y="92544"/>
                </a:cubicBezTo>
                <a:cubicBezTo>
                  <a:pt x="41573" y="92544"/>
                  <a:pt x="41807" y="92533"/>
                  <a:pt x="41807" y="92533"/>
                </a:cubicBezTo>
                <a:lnTo>
                  <a:pt x="41807" y="0"/>
                </a:lnTo>
                <a:close/>
              </a:path>
            </a:pathLst>
          </a:cu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rgbClr val="FF9900"/>
        </a:solidFill>
        <a:effectLst/>
      </p:bgPr>
    </p:bg>
    <p:spTree>
      <p:nvGrpSpPr>
        <p:cNvPr id="1" name="Shape 66"/>
        <p:cNvGrpSpPr/>
        <p:nvPr/>
      </p:nvGrpSpPr>
      <p:grpSpPr>
        <a:xfrm>
          <a:off x="0" y="0"/>
          <a:ext cx="0" cy="0"/>
          <a:chOff x="0" y="0"/>
          <a:chExt cx="0" cy="0"/>
        </a:xfrm>
      </p:grpSpPr>
      <p:sp>
        <p:nvSpPr>
          <p:cNvPr id="67" name="Google Shape;67;p11"/>
          <p:cNvSpPr txBox="1">
            <a:spLocks noGrp="1"/>
          </p:cNvSpPr>
          <p:nvPr>
            <p:ph type="title" hasCustomPrompt="1"/>
          </p:nvPr>
        </p:nvSpPr>
        <p:spPr>
          <a:xfrm>
            <a:off x="1307100" y="1553313"/>
            <a:ext cx="6529800" cy="138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000"/>
              <a:buNone/>
              <a:defRPr sz="9000"/>
            </a:lvl1pPr>
            <a:lvl2pPr lvl="1" algn="ctr" rtl="0">
              <a:spcBef>
                <a:spcPts val="0"/>
              </a:spcBef>
              <a:spcAft>
                <a:spcPts val="0"/>
              </a:spcAft>
              <a:buSzPts val="9000"/>
              <a:buNone/>
              <a:defRPr sz="9000"/>
            </a:lvl2pPr>
            <a:lvl3pPr lvl="2" algn="ctr" rtl="0">
              <a:spcBef>
                <a:spcPts val="0"/>
              </a:spcBef>
              <a:spcAft>
                <a:spcPts val="0"/>
              </a:spcAft>
              <a:buSzPts val="9000"/>
              <a:buNone/>
              <a:defRPr sz="9000"/>
            </a:lvl3pPr>
            <a:lvl4pPr lvl="3" algn="ctr" rtl="0">
              <a:spcBef>
                <a:spcPts val="0"/>
              </a:spcBef>
              <a:spcAft>
                <a:spcPts val="0"/>
              </a:spcAft>
              <a:buSzPts val="9000"/>
              <a:buNone/>
              <a:defRPr sz="9000"/>
            </a:lvl4pPr>
            <a:lvl5pPr lvl="4" algn="ctr" rtl="0">
              <a:spcBef>
                <a:spcPts val="0"/>
              </a:spcBef>
              <a:spcAft>
                <a:spcPts val="0"/>
              </a:spcAft>
              <a:buSzPts val="9000"/>
              <a:buNone/>
              <a:defRPr sz="9000"/>
            </a:lvl5pPr>
            <a:lvl6pPr lvl="5" algn="ctr" rtl="0">
              <a:spcBef>
                <a:spcPts val="0"/>
              </a:spcBef>
              <a:spcAft>
                <a:spcPts val="0"/>
              </a:spcAft>
              <a:buSzPts val="9000"/>
              <a:buNone/>
              <a:defRPr sz="9000"/>
            </a:lvl6pPr>
            <a:lvl7pPr lvl="6" algn="ctr" rtl="0">
              <a:spcBef>
                <a:spcPts val="0"/>
              </a:spcBef>
              <a:spcAft>
                <a:spcPts val="0"/>
              </a:spcAft>
              <a:buSzPts val="9000"/>
              <a:buNone/>
              <a:defRPr sz="9000"/>
            </a:lvl7pPr>
            <a:lvl8pPr lvl="7" algn="ctr" rtl="0">
              <a:spcBef>
                <a:spcPts val="0"/>
              </a:spcBef>
              <a:spcAft>
                <a:spcPts val="0"/>
              </a:spcAft>
              <a:buSzPts val="9000"/>
              <a:buNone/>
              <a:defRPr sz="9000"/>
            </a:lvl8pPr>
            <a:lvl9pPr lvl="8" algn="ctr" rtl="0">
              <a:spcBef>
                <a:spcPts val="0"/>
              </a:spcBef>
              <a:spcAft>
                <a:spcPts val="0"/>
              </a:spcAft>
              <a:buSzPts val="9000"/>
              <a:buNone/>
              <a:defRPr sz="9000"/>
            </a:lvl9pPr>
          </a:lstStyle>
          <a:p>
            <a:r>
              <a:t>xx%</a:t>
            </a:r>
          </a:p>
        </p:txBody>
      </p:sp>
      <p:sp>
        <p:nvSpPr>
          <p:cNvPr id="68" name="Google Shape;68;p11"/>
          <p:cNvSpPr txBox="1">
            <a:spLocks noGrp="1"/>
          </p:cNvSpPr>
          <p:nvPr>
            <p:ph type="subTitle" idx="1"/>
          </p:nvPr>
        </p:nvSpPr>
        <p:spPr>
          <a:xfrm>
            <a:off x="2404050" y="3017188"/>
            <a:ext cx="4335900" cy="563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list">
  <p:cSld name="CUSTOM_3">
    <p:bg>
      <p:bgPr>
        <a:solidFill>
          <a:srgbClr val="0B5394"/>
        </a:solidFill>
        <a:effectLst/>
      </p:bgPr>
    </p:bg>
    <p:spTree>
      <p:nvGrpSpPr>
        <p:cNvPr id="1" name="Shape 69"/>
        <p:cNvGrpSpPr/>
        <p:nvPr/>
      </p:nvGrpSpPr>
      <p:grpSpPr>
        <a:xfrm>
          <a:off x="0" y="0"/>
          <a:ext cx="0" cy="0"/>
          <a:chOff x="0" y="0"/>
          <a:chExt cx="0" cy="0"/>
        </a:xfrm>
      </p:grpSpPr>
      <p:sp>
        <p:nvSpPr>
          <p:cNvPr id="70" name="Google Shape;70;p12"/>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800"/>
              <a:buNone/>
              <a:defRPr>
                <a:solidFill>
                  <a:schemeClr val="lt1"/>
                </a:solidFill>
              </a:defRPr>
            </a:lvl1pPr>
            <a:lvl2pPr lvl="1"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2pPr>
            <a:lvl3pPr lvl="2"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3pPr>
            <a:lvl4pPr lvl="3"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4pPr>
            <a:lvl5pPr lvl="4"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5pPr>
            <a:lvl6pPr lvl="5"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6pPr>
            <a:lvl7pPr lvl="6"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7pPr>
            <a:lvl8pPr lvl="7"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8pPr>
            <a:lvl9pPr lvl="8"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9pPr>
          </a:lstStyle>
          <a:p/>
        </p:txBody>
      </p:sp>
      <p:sp>
        <p:nvSpPr>
          <p:cNvPr id="71" name="Google Shape;71;p12"/>
          <p:cNvSpPr txBox="1">
            <a:spLocks noGrp="1"/>
          </p:cNvSpPr>
          <p:nvPr>
            <p:ph type="body" idx="1"/>
          </p:nvPr>
        </p:nvSpPr>
        <p:spPr>
          <a:xfrm>
            <a:off x="720000" y="1332650"/>
            <a:ext cx="7704000" cy="3270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lt1"/>
              </a:buClr>
              <a:buSzPts val="1200"/>
              <a:buChar char="●"/>
              <a:defRPr sz="1200">
                <a:solidFill>
                  <a:schemeClr val="lt1"/>
                </a:solidFill>
              </a:defRPr>
            </a:lvl1pPr>
            <a:lvl2pPr marL="914400" lvl="1" indent="-304800" rtl="0">
              <a:lnSpc>
                <a:spcPct val="100000"/>
              </a:lnSpc>
              <a:spcBef>
                <a:spcPts val="1600"/>
              </a:spcBef>
              <a:spcAft>
                <a:spcPts val="0"/>
              </a:spcAft>
              <a:buClr>
                <a:schemeClr val="lt1"/>
              </a:buClr>
              <a:buSzPts val="1200"/>
              <a:buChar char="○"/>
              <a:defRPr sz="1200">
                <a:solidFill>
                  <a:schemeClr val="lt1"/>
                </a:solidFill>
              </a:defRPr>
            </a:lvl2pPr>
            <a:lvl3pPr marL="1371600" lvl="2" indent="-304800" rtl="0">
              <a:lnSpc>
                <a:spcPct val="100000"/>
              </a:lnSpc>
              <a:spcBef>
                <a:spcPts val="1600"/>
              </a:spcBef>
              <a:spcAft>
                <a:spcPts val="0"/>
              </a:spcAft>
              <a:buClr>
                <a:schemeClr val="lt1"/>
              </a:buClr>
              <a:buSzPts val="1200"/>
              <a:buChar char="■"/>
              <a:defRPr sz="1200">
                <a:solidFill>
                  <a:schemeClr val="lt1"/>
                </a:solidFill>
              </a:defRPr>
            </a:lvl3pPr>
            <a:lvl4pPr marL="1828800" lvl="3" indent="-304800" rtl="0">
              <a:lnSpc>
                <a:spcPct val="100000"/>
              </a:lnSpc>
              <a:spcBef>
                <a:spcPts val="1600"/>
              </a:spcBef>
              <a:spcAft>
                <a:spcPts val="0"/>
              </a:spcAft>
              <a:buClr>
                <a:schemeClr val="lt1"/>
              </a:buClr>
              <a:buSzPts val="1200"/>
              <a:buChar char="●"/>
              <a:defRPr sz="1200">
                <a:solidFill>
                  <a:schemeClr val="lt1"/>
                </a:solidFill>
              </a:defRPr>
            </a:lvl4pPr>
            <a:lvl5pPr marL="2286000" lvl="4" indent="-304800" rtl="0">
              <a:lnSpc>
                <a:spcPct val="100000"/>
              </a:lnSpc>
              <a:spcBef>
                <a:spcPts val="1600"/>
              </a:spcBef>
              <a:spcAft>
                <a:spcPts val="0"/>
              </a:spcAft>
              <a:buClr>
                <a:schemeClr val="lt1"/>
              </a:buClr>
              <a:buSzPts val="1200"/>
              <a:buChar char="○"/>
              <a:defRPr sz="1200">
                <a:solidFill>
                  <a:schemeClr val="lt1"/>
                </a:solidFill>
              </a:defRPr>
            </a:lvl5pPr>
            <a:lvl6pPr marL="2743200" lvl="5" indent="-304800" rtl="0">
              <a:lnSpc>
                <a:spcPct val="100000"/>
              </a:lnSpc>
              <a:spcBef>
                <a:spcPts val="1600"/>
              </a:spcBef>
              <a:spcAft>
                <a:spcPts val="0"/>
              </a:spcAft>
              <a:buClr>
                <a:schemeClr val="lt1"/>
              </a:buClr>
              <a:buSzPts val="1200"/>
              <a:buChar char="■"/>
              <a:defRPr sz="1200">
                <a:solidFill>
                  <a:schemeClr val="lt1"/>
                </a:solidFill>
              </a:defRPr>
            </a:lvl6pPr>
            <a:lvl7pPr marL="3200400" lvl="6" indent="-304800" rtl="0">
              <a:lnSpc>
                <a:spcPct val="100000"/>
              </a:lnSpc>
              <a:spcBef>
                <a:spcPts val="1600"/>
              </a:spcBef>
              <a:spcAft>
                <a:spcPts val="0"/>
              </a:spcAft>
              <a:buClr>
                <a:schemeClr val="lt1"/>
              </a:buClr>
              <a:buSzPts val="1200"/>
              <a:buChar char="●"/>
              <a:defRPr sz="1200">
                <a:solidFill>
                  <a:schemeClr val="lt1"/>
                </a:solidFill>
              </a:defRPr>
            </a:lvl7pPr>
            <a:lvl8pPr marL="3657600" lvl="7" indent="-304800" rtl="0">
              <a:lnSpc>
                <a:spcPct val="100000"/>
              </a:lnSpc>
              <a:spcBef>
                <a:spcPts val="1600"/>
              </a:spcBef>
              <a:spcAft>
                <a:spcPts val="0"/>
              </a:spcAft>
              <a:buClr>
                <a:schemeClr val="lt1"/>
              </a:buClr>
              <a:buSzPts val="1200"/>
              <a:buChar char="○"/>
              <a:defRPr sz="1200">
                <a:solidFill>
                  <a:schemeClr val="lt1"/>
                </a:solidFill>
              </a:defRPr>
            </a:lvl8pPr>
            <a:lvl9pPr marL="4114800" lvl="8" indent="-304800" rtl="0">
              <a:lnSpc>
                <a:spcPct val="100000"/>
              </a:lnSpc>
              <a:spcBef>
                <a:spcPts val="1600"/>
              </a:spcBef>
              <a:spcAft>
                <a:spcPts val="1600"/>
              </a:spcAft>
              <a:buClr>
                <a:schemeClr val="lt1"/>
              </a:buClr>
              <a:buSzPts val="1200"/>
              <a:buChar char="■"/>
              <a:defRPr sz="1200">
                <a:solidFill>
                  <a:schemeClr val="lt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72"/>
        <p:cNvGrpSpPr/>
        <p:nvPr/>
      </p:nvGrpSpPr>
      <p:grpSpPr>
        <a:xfrm>
          <a:off x="0" y="0"/>
          <a:ext cx="0" cy="0"/>
          <a:chOff x="0" y="0"/>
          <a:chExt cx="0" cy="0"/>
        </a:xfrm>
      </p:grpSpPr>
      <p:sp>
        <p:nvSpPr>
          <p:cNvPr id="73" name="Google Shape;73;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2pPr>
            <a:lvl3pPr lvl="2"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3pPr>
            <a:lvl4pPr lvl="3"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4pPr>
            <a:lvl5pPr lvl="4"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5pPr>
            <a:lvl6pPr lvl="5"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6pPr>
            <a:lvl7pPr lvl="6"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7pPr>
            <a:lvl8pPr lvl="7"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8pPr>
            <a:lvl9pPr lvl="8"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9pPr>
          </a:lstStyle>
          <a:p/>
        </p:txBody>
      </p:sp>
      <p:sp>
        <p:nvSpPr>
          <p:cNvPr id="74" name="Google Shape;74;p13"/>
          <p:cNvSpPr txBox="1">
            <a:spLocks noGrp="1"/>
          </p:cNvSpPr>
          <p:nvPr>
            <p:ph type="title" idx="2" hasCustomPrompt="1"/>
          </p:nvPr>
        </p:nvSpPr>
        <p:spPr>
          <a:xfrm>
            <a:off x="720000" y="1360150"/>
            <a:ext cx="1068900" cy="7443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3800"/>
              <a:buNone/>
              <a:defRPr sz="3800">
                <a:solidFill>
                  <a:schemeClr val="accent1"/>
                </a:solidFill>
              </a:defRPr>
            </a:lvl1pPr>
            <a:lvl2pPr lvl="1" rtl="0">
              <a:spcBef>
                <a:spcPts val="0"/>
              </a:spcBef>
              <a:spcAft>
                <a:spcPts val="0"/>
              </a:spcAft>
              <a:buClr>
                <a:schemeClr val="accent1"/>
              </a:buClr>
              <a:buSzPts val="3800"/>
              <a:buNone/>
              <a:defRPr sz="3800">
                <a:solidFill>
                  <a:schemeClr val="accent1"/>
                </a:solidFill>
              </a:defRPr>
            </a:lvl2pPr>
            <a:lvl3pPr lvl="2" rtl="0">
              <a:spcBef>
                <a:spcPts val="0"/>
              </a:spcBef>
              <a:spcAft>
                <a:spcPts val="0"/>
              </a:spcAft>
              <a:buClr>
                <a:schemeClr val="accent1"/>
              </a:buClr>
              <a:buSzPts val="3800"/>
              <a:buNone/>
              <a:defRPr sz="3800">
                <a:solidFill>
                  <a:schemeClr val="accent1"/>
                </a:solidFill>
              </a:defRPr>
            </a:lvl3pPr>
            <a:lvl4pPr lvl="3" rtl="0">
              <a:spcBef>
                <a:spcPts val="0"/>
              </a:spcBef>
              <a:spcAft>
                <a:spcPts val="0"/>
              </a:spcAft>
              <a:buClr>
                <a:schemeClr val="accent1"/>
              </a:buClr>
              <a:buSzPts val="3800"/>
              <a:buNone/>
              <a:defRPr sz="3800">
                <a:solidFill>
                  <a:schemeClr val="accent1"/>
                </a:solidFill>
              </a:defRPr>
            </a:lvl4pPr>
            <a:lvl5pPr lvl="4" rtl="0">
              <a:spcBef>
                <a:spcPts val="0"/>
              </a:spcBef>
              <a:spcAft>
                <a:spcPts val="0"/>
              </a:spcAft>
              <a:buClr>
                <a:schemeClr val="accent1"/>
              </a:buClr>
              <a:buSzPts val="3800"/>
              <a:buNone/>
              <a:defRPr sz="3800">
                <a:solidFill>
                  <a:schemeClr val="accent1"/>
                </a:solidFill>
              </a:defRPr>
            </a:lvl5pPr>
            <a:lvl6pPr lvl="5" rtl="0">
              <a:spcBef>
                <a:spcPts val="0"/>
              </a:spcBef>
              <a:spcAft>
                <a:spcPts val="0"/>
              </a:spcAft>
              <a:buClr>
                <a:schemeClr val="accent1"/>
              </a:buClr>
              <a:buSzPts val="3800"/>
              <a:buNone/>
              <a:defRPr sz="3800">
                <a:solidFill>
                  <a:schemeClr val="accent1"/>
                </a:solidFill>
              </a:defRPr>
            </a:lvl6pPr>
            <a:lvl7pPr lvl="6" rtl="0">
              <a:spcBef>
                <a:spcPts val="0"/>
              </a:spcBef>
              <a:spcAft>
                <a:spcPts val="0"/>
              </a:spcAft>
              <a:buClr>
                <a:schemeClr val="accent1"/>
              </a:buClr>
              <a:buSzPts val="3800"/>
              <a:buNone/>
              <a:defRPr sz="3800">
                <a:solidFill>
                  <a:schemeClr val="accent1"/>
                </a:solidFill>
              </a:defRPr>
            </a:lvl7pPr>
            <a:lvl8pPr lvl="7" rtl="0">
              <a:spcBef>
                <a:spcPts val="0"/>
              </a:spcBef>
              <a:spcAft>
                <a:spcPts val="0"/>
              </a:spcAft>
              <a:buClr>
                <a:schemeClr val="accent1"/>
              </a:buClr>
              <a:buSzPts val="3800"/>
              <a:buNone/>
              <a:defRPr sz="3800">
                <a:solidFill>
                  <a:schemeClr val="accent1"/>
                </a:solidFill>
              </a:defRPr>
            </a:lvl8pPr>
            <a:lvl9pPr lvl="8" rtl="0">
              <a:spcBef>
                <a:spcPts val="0"/>
              </a:spcBef>
              <a:spcAft>
                <a:spcPts val="0"/>
              </a:spcAft>
              <a:buClr>
                <a:schemeClr val="accent1"/>
              </a:buClr>
              <a:buSzPts val="3800"/>
              <a:buNone/>
              <a:defRPr sz="3800">
                <a:solidFill>
                  <a:schemeClr val="accent1"/>
                </a:solidFill>
              </a:defRPr>
            </a:lvl9pPr>
          </a:lstStyle>
          <a:p>
            <a:r>
              <a:t>xx%</a:t>
            </a:r>
          </a:p>
        </p:txBody>
      </p:sp>
      <p:sp>
        <p:nvSpPr>
          <p:cNvPr id="75" name="Google Shape;75;p13"/>
          <p:cNvSpPr txBox="1">
            <a:spLocks noGrp="1"/>
          </p:cNvSpPr>
          <p:nvPr>
            <p:ph type="subTitle" idx="1"/>
          </p:nvPr>
        </p:nvSpPr>
        <p:spPr>
          <a:xfrm>
            <a:off x="1808025" y="1360150"/>
            <a:ext cx="2428500" cy="39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Font typeface="Archivo Black" panose="020B0A03020202020B04"/>
              <a:buNone/>
              <a:defRPr sz="1600">
                <a:solidFill>
                  <a:schemeClr val="accent2"/>
                </a:solidFill>
                <a:latin typeface="Archivo Black" panose="020B0A03020202020B04"/>
                <a:ea typeface="Archivo Black" panose="020B0A03020202020B04"/>
                <a:cs typeface="Archivo Black" panose="020B0A03020202020B04"/>
                <a:sym typeface="Archivo Black" panose="020B0A03020202020B04"/>
              </a:defRPr>
            </a:lvl1pPr>
            <a:lvl2pPr lvl="1" rtl="0">
              <a:lnSpc>
                <a:spcPct val="100000"/>
              </a:lnSpc>
              <a:spcBef>
                <a:spcPts val="1600"/>
              </a:spcBef>
              <a:spcAft>
                <a:spcPts val="0"/>
              </a:spcAft>
              <a:buClr>
                <a:schemeClr val="accent2"/>
              </a:buClr>
              <a:buSzPts val="1400"/>
              <a:buNone/>
              <a:defRPr>
                <a:solidFill>
                  <a:schemeClr val="accent2"/>
                </a:solidFill>
              </a:defRPr>
            </a:lvl2pPr>
            <a:lvl3pPr lvl="2" rtl="0">
              <a:lnSpc>
                <a:spcPct val="100000"/>
              </a:lnSpc>
              <a:spcBef>
                <a:spcPts val="1600"/>
              </a:spcBef>
              <a:spcAft>
                <a:spcPts val="0"/>
              </a:spcAft>
              <a:buClr>
                <a:schemeClr val="accent2"/>
              </a:buClr>
              <a:buSzPts val="1400"/>
              <a:buNone/>
              <a:defRPr>
                <a:solidFill>
                  <a:schemeClr val="accent2"/>
                </a:solidFill>
              </a:defRPr>
            </a:lvl3pPr>
            <a:lvl4pPr lvl="3" rtl="0">
              <a:lnSpc>
                <a:spcPct val="100000"/>
              </a:lnSpc>
              <a:spcBef>
                <a:spcPts val="1600"/>
              </a:spcBef>
              <a:spcAft>
                <a:spcPts val="0"/>
              </a:spcAft>
              <a:buClr>
                <a:schemeClr val="accent2"/>
              </a:buClr>
              <a:buSzPts val="1400"/>
              <a:buNone/>
              <a:defRPr>
                <a:solidFill>
                  <a:schemeClr val="accent2"/>
                </a:solidFill>
              </a:defRPr>
            </a:lvl4pPr>
            <a:lvl5pPr lvl="4" rtl="0">
              <a:lnSpc>
                <a:spcPct val="100000"/>
              </a:lnSpc>
              <a:spcBef>
                <a:spcPts val="1600"/>
              </a:spcBef>
              <a:spcAft>
                <a:spcPts val="0"/>
              </a:spcAft>
              <a:buClr>
                <a:schemeClr val="accent2"/>
              </a:buClr>
              <a:buSzPts val="1400"/>
              <a:buNone/>
              <a:defRPr>
                <a:solidFill>
                  <a:schemeClr val="accent2"/>
                </a:solidFill>
              </a:defRPr>
            </a:lvl5pPr>
            <a:lvl6pPr lvl="5" rtl="0">
              <a:lnSpc>
                <a:spcPct val="100000"/>
              </a:lnSpc>
              <a:spcBef>
                <a:spcPts val="1600"/>
              </a:spcBef>
              <a:spcAft>
                <a:spcPts val="0"/>
              </a:spcAft>
              <a:buClr>
                <a:schemeClr val="accent2"/>
              </a:buClr>
              <a:buSzPts val="1400"/>
              <a:buNone/>
              <a:defRPr>
                <a:solidFill>
                  <a:schemeClr val="accent2"/>
                </a:solidFill>
              </a:defRPr>
            </a:lvl6pPr>
            <a:lvl7pPr lvl="6" rtl="0">
              <a:lnSpc>
                <a:spcPct val="100000"/>
              </a:lnSpc>
              <a:spcBef>
                <a:spcPts val="1600"/>
              </a:spcBef>
              <a:spcAft>
                <a:spcPts val="0"/>
              </a:spcAft>
              <a:buClr>
                <a:schemeClr val="accent2"/>
              </a:buClr>
              <a:buSzPts val="1400"/>
              <a:buNone/>
              <a:defRPr>
                <a:solidFill>
                  <a:schemeClr val="accent2"/>
                </a:solidFill>
              </a:defRPr>
            </a:lvl7pPr>
            <a:lvl8pPr lvl="7" rtl="0">
              <a:lnSpc>
                <a:spcPct val="100000"/>
              </a:lnSpc>
              <a:spcBef>
                <a:spcPts val="1600"/>
              </a:spcBef>
              <a:spcAft>
                <a:spcPts val="0"/>
              </a:spcAft>
              <a:buClr>
                <a:schemeClr val="accent2"/>
              </a:buClr>
              <a:buSzPts val="1400"/>
              <a:buNone/>
              <a:defRPr>
                <a:solidFill>
                  <a:schemeClr val="accent2"/>
                </a:solidFill>
              </a:defRPr>
            </a:lvl8pPr>
            <a:lvl9pPr lvl="8" rtl="0">
              <a:lnSpc>
                <a:spcPct val="100000"/>
              </a:lnSpc>
              <a:spcBef>
                <a:spcPts val="1600"/>
              </a:spcBef>
              <a:spcAft>
                <a:spcPts val="1600"/>
              </a:spcAft>
              <a:buClr>
                <a:schemeClr val="accent2"/>
              </a:buClr>
              <a:buSzPts val="1400"/>
              <a:buNone/>
              <a:defRPr>
                <a:solidFill>
                  <a:schemeClr val="accent2"/>
                </a:solidFill>
              </a:defRPr>
            </a:lvl9pPr>
          </a:lstStyle>
          <a:p/>
        </p:txBody>
      </p:sp>
      <p:sp>
        <p:nvSpPr>
          <p:cNvPr id="76" name="Google Shape;76;p13"/>
          <p:cNvSpPr txBox="1">
            <a:spLocks noGrp="1"/>
          </p:cNvSpPr>
          <p:nvPr>
            <p:ph type="subTitle" idx="3"/>
          </p:nvPr>
        </p:nvSpPr>
        <p:spPr>
          <a:xfrm>
            <a:off x="1808025" y="1704550"/>
            <a:ext cx="2114400" cy="39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cxnSp>
        <p:nvCxnSpPr>
          <p:cNvPr id="77" name="Google Shape;77;p13"/>
          <p:cNvCxnSpPr/>
          <p:nvPr/>
        </p:nvCxnSpPr>
        <p:spPr>
          <a:xfrm>
            <a:off x="796200" y="2104450"/>
            <a:ext cx="849600" cy="0"/>
          </a:xfrm>
          <a:prstGeom prst="straightConnector1">
            <a:avLst/>
          </a:prstGeom>
          <a:noFill/>
          <a:ln w="28575" cap="flat" cmpd="sng">
            <a:solidFill>
              <a:srgbClr val="FF9900"/>
            </a:solidFill>
            <a:prstDash val="solid"/>
            <a:round/>
            <a:headEnd type="none" w="med" len="med"/>
            <a:tailEnd type="none" w="med" len="med"/>
          </a:ln>
        </p:spPr>
      </p:cxnSp>
      <p:sp>
        <p:nvSpPr>
          <p:cNvPr id="78" name="Google Shape;78;p13"/>
          <p:cNvSpPr txBox="1">
            <a:spLocks noGrp="1"/>
          </p:cNvSpPr>
          <p:nvPr>
            <p:ph type="title" idx="4" hasCustomPrompt="1"/>
          </p:nvPr>
        </p:nvSpPr>
        <p:spPr>
          <a:xfrm>
            <a:off x="720000" y="2370675"/>
            <a:ext cx="1068900" cy="7443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3800"/>
              <a:buNone/>
              <a:defRPr sz="3800">
                <a:solidFill>
                  <a:schemeClr val="accent1"/>
                </a:solidFill>
              </a:defRPr>
            </a:lvl1pPr>
            <a:lvl2pPr lvl="1" rtl="0">
              <a:spcBef>
                <a:spcPts val="0"/>
              </a:spcBef>
              <a:spcAft>
                <a:spcPts val="0"/>
              </a:spcAft>
              <a:buClr>
                <a:schemeClr val="accent1"/>
              </a:buClr>
              <a:buSzPts val="3800"/>
              <a:buNone/>
              <a:defRPr sz="3800">
                <a:solidFill>
                  <a:schemeClr val="accent1"/>
                </a:solidFill>
              </a:defRPr>
            </a:lvl2pPr>
            <a:lvl3pPr lvl="2" rtl="0">
              <a:spcBef>
                <a:spcPts val="0"/>
              </a:spcBef>
              <a:spcAft>
                <a:spcPts val="0"/>
              </a:spcAft>
              <a:buClr>
                <a:schemeClr val="accent1"/>
              </a:buClr>
              <a:buSzPts val="3800"/>
              <a:buNone/>
              <a:defRPr sz="3800">
                <a:solidFill>
                  <a:schemeClr val="accent1"/>
                </a:solidFill>
              </a:defRPr>
            </a:lvl3pPr>
            <a:lvl4pPr lvl="3" rtl="0">
              <a:spcBef>
                <a:spcPts val="0"/>
              </a:spcBef>
              <a:spcAft>
                <a:spcPts val="0"/>
              </a:spcAft>
              <a:buClr>
                <a:schemeClr val="accent1"/>
              </a:buClr>
              <a:buSzPts val="3800"/>
              <a:buNone/>
              <a:defRPr sz="3800">
                <a:solidFill>
                  <a:schemeClr val="accent1"/>
                </a:solidFill>
              </a:defRPr>
            </a:lvl4pPr>
            <a:lvl5pPr lvl="4" rtl="0">
              <a:spcBef>
                <a:spcPts val="0"/>
              </a:spcBef>
              <a:spcAft>
                <a:spcPts val="0"/>
              </a:spcAft>
              <a:buClr>
                <a:schemeClr val="accent1"/>
              </a:buClr>
              <a:buSzPts val="3800"/>
              <a:buNone/>
              <a:defRPr sz="3800">
                <a:solidFill>
                  <a:schemeClr val="accent1"/>
                </a:solidFill>
              </a:defRPr>
            </a:lvl5pPr>
            <a:lvl6pPr lvl="5" rtl="0">
              <a:spcBef>
                <a:spcPts val="0"/>
              </a:spcBef>
              <a:spcAft>
                <a:spcPts val="0"/>
              </a:spcAft>
              <a:buClr>
                <a:schemeClr val="accent1"/>
              </a:buClr>
              <a:buSzPts val="3800"/>
              <a:buNone/>
              <a:defRPr sz="3800">
                <a:solidFill>
                  <a:schemeClr val="accent1"/>
                </a:solidFill>
              </a:defRPr>
            </a:lvl6pPr>
            <a:lvl7pPr lvl="6" rtl="0">
              <a:spcBef>
                <a:spcPts val="0"/>
              </a:spcBef>
              <a:spcAft>
                <a:spcPts val="0"/>
              </a:spcAft>
              <a:buClr>
                <a:schemeClr val="accent1"/>
              </a:buClr>
              <a:buSzPts val="3800"/>
              <a:buNone/>
              <a:defRPr sz="3800">
                <a:solidFill>
                  <a:schemeClr val="accent1"/>
                </a:solidFill>
              </a:defRPr>
            </a:lvl7pPr>
            <a:lvl8pPr lvl="7" rtl="0">
              <a:spcBef>
                <a:spcPts val="0"/>
              </a:spcBef>
              <a:spcAft>
                <a:spcPts val="0"/>
              </a:spcAft>
              <a:buClr>
                <a:schemeClr val="accent1"/>
              </a:buClr>
              <a:buSzPts val="3800"/>
              <a:buNone/>
              <a:defRPr sz="3800">
                <a:solidFill>
                  <a:schemeClr val="accent1"/>
                </a:solidFill>
              </a:defRPr>
            </a:lvl8pPr>
            <a:lvl9pPr lvl="8" rtl="0">
              <a:spcBef>
                <a:spcPts val="0"/>
              </a:spcBef>
              <a:spcAft>
                <a:spcPts val="0"/>
              </a:spcAft>
              <a:buClr>
                <a:schemeClr val="accent1"/>
              </a:buClr>
              <a:buSzPts val="3800"/>
              <a:buNone/>
              <a:defRPr sz="3800">
                <a:solidFill>
                  <a:schemeClr val="accent1"/>
                </a:solidFill>
              </a:defRPr>
            </a:lvl9pPr>
          </a:lstStyle>
          <a:p>
            <a:r>
              <a:t>xx%</a:t>
            </a:r>
          </a:p>
        </p:txBody>
      </p:sp>
      <p:sp>
        <p:nvSpPr>
          <p:cNvPr id="79" name="Google Shape;79;p13"/>
          <p:cNvSpPr txBox="1">
            <a:spLocks noGrp="1"/>
          </p:cNvSpPr>
          <p:nvPr>
            <p:ph type="subTitle" idx="5"/>
          </p:nvPr>
        </p:nvSpPr>
        <p:spPr>
          <a:xfrm>
            <a:off x="1808025" y="2370675"/>
            <a:ext cx="2428500" cy="39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Font typeface="Archivo Black" panose="020B0A03020202020B04"/>
              <a:buNone/>
              <a:defRPr sz="1600">
                <a:solidFill>
                  <a:schemeClr val="accent2"/>
                </a:solidFill>
                <a:latin typeface="Archivo Black" panose="020B0A03020202020B04"/>
                <a:ea typeface="Archivo Black" panose="020B0A03020202020B04"/>
                <a:cs typeface="Archivo Black" panose="020B0A03020202020B04"/>
                <a:sym typeface="Archivo Black" panose="020B0A03020202020B04"/>
              </a:defRPr>
            </a:lvl1pPr>
            <a:lvl2pPr lvl="1" rtl="0">
              <a:lnSpc>
                <a:spcPct val="100000"/>
              </a:lnSpc>
              <a:spcBef>
                <a:spcPts val="1600"/>
              </a:spcBef>
              <a:spcAft>
                <a:spcPts val="0"/>
              </a:spcAft>
              <a:buClr>
                <a:schemeClr val="accent2"/>
              </a:buClr>
              <a:buSzPts val="1400"/>
              <a:buNone/>
              <a:defRPr>
                <a:solidFill>
                  <a:schemeClr val="accent2"/>
                </a:solidFill>
              </a:defRPr>
            </a:lvl2pPr>
            <a:lvl3pPr lvl="2" rtl="0">
              <a:lnSpc>
                <a:spcPct val="100000"/>
              </a:lnSpc>
              <a:spcBef>
                <a:spcPts val="1600"/>
              </a:spcBef>
              <a:spcAft>
                <a:spcPts val="0"/>
              </a:spcAft>
              <a:buClr>
                <a:schemeClr val="accent2"/>
              </a:buClr>
              <a:buSzPts val="1400"/>
              <a:buNone/>
              <a:defRPr>
                <a:solidFill>
                  <a:schemeClr val="accent2"/>
                </a:solidFill>
              </a:defRPr>
            </a:lvl3pPr>
            <a:lvl4pPr lvl="3" rtl="0">
              <a:lnSpc>
                <a:spcPct val="100000"/>
              </a:lnSpc>
              <a:spcBef>
                <a:spcPts val="1600"/>
              </a:spcBef>
              <a:spcAft>
                <a:spcPts val="0"/>
              </a:spcAft>
              <a:buClr>
                <a:schemeClr val="accent2"/>
              </a:buClr>
              <a:buSzPts val="1400"/>
              <a:buNone/>
              <a:defRPr>
                <a:solidFill>
                  <a:schemeClr val="accent2"/>
                </a:solidFill>
              </a:defRPr>
            </a:lvl4pPr>
            <a:lvl5pPr lvl="4" rtl="0">
              <a:lnSpc>
                <a:spcPct val="100000"/>
              </a:lnSpc>
              <a:spcBef>
                <a:spcPts val="1600"/>
              </a:spcBef>
              <a:spcAft>
                <a:spcPts val="0"/>
              </a:spcAft>
              <a:buClr>
                <a:schemeClr val="accent2"/>
              </a:buClr>
              <a:buSzPts val="1400"/>
              <a:buNone/>
              <a:defRPr>
                <a:solidFill>
                  <a:schemeClr val="accent2"/>
                </a:solidFill>
              </a:defRPr>
            </a:lvl5pPr>
            <a:lvl6pPr lvl="5" rtl="0">
              <a:lnSpc>
                <a:spcPct val="100000"/>
              </a:lnSpc>
              <a:spcBef>
                <a:spcPts val="1600"/>
              </a:spcBef>
              <a:spcAft>
                <a:spcPts val="0"/>
              </a:spcAft>
              <a:buClr>
                <a:schemeClr val="accent2"/>
              </a:buClr>
              <a:buSzPts val="1400"/>
              <a:buNone/>
              <a:defRPr>
                <a:solidFill>
                  <a:schemeClr val="accent2"/>
                </a:solidFill>
              </a:defRPr>
            </a:lvl6pPr>
            <a:lvl7pPr lvl="6" rtl="0">
              <a:lnSpc>
                <a:spcPct val="100000"/>
              </a:lnSpc>
              <a:spcBef>
                <a:spcPts val="1600"/>
              </a:spcBef>
              <a:spcAft>
                <a:spcPts val="0"/>
              </a:spcAft>
              <a:buClr>
                <a:schemeClr val="accent2"/>
              </a:buClr>
              <a:buSzPts val="1400"/>
              <a:buNone/>
              <a:defRPr>
                <a:solidFill>
                  <a:schemeClr val="accent2"/>
                </a:solidFill>
              </a:defRPr>
            </a:lvl7pPr>
            <a:lvl8pPr lvl="7" rtl="0">
              <a:lnSpc>
                <a:spcPct val="100000"/>
              </a:lnSpc>
              <a:spcBef>
                <a:spcPts val="1600"/>
              </a:spcBef>
              <a:spcAft>
                <a:spcPts val="0"/>
              </a:spcAft>
              <a:buClr>
                <a:schemeClr val="accent2"/>
              </a:buClr>
              <a:buSzPts val="1400"/>
              <a:buNone/>
              <a:defRPr>
                <a:solidFill>
                  <a:schemeClr val="accent2"/>
                </a:solidFill>
              </a:defRPr>
            </a:lvl8pPr>
            <a:lvl9pPr lvl="8" rtl="0">
              <a:lnSpc>
                <a:spcPct val="100000"/>
              </a:lnSpc>
              <a:spcBef>
                <a:spcPts val="1600"/>
              </a:spcBef>
              <a:spcAft>
                <a:spcPts val="1600"/>
              </a:spcAft>
              <a:buClr>
                <a:schemeClr val="accent2"/>
              </a:buClr>
              <a:buSzPts val="1400"/>
              <a:buNone/>
              <a:defRPr>
                <a:solidFill>
                  <a:schemeClr val="accent2"/>
                </a:solidFill>
              </a:defRPr>
            </a:lvl9pPr>
          </a:lstStyle>
          <a:p/>
        </p:txBody>
      </p:sp>
      <p:sp>
        <p:nvSpPr>
          <p:cNvPr id="80" name="Google Shape;80;p13"/>
          <p:cNvSpPr txBox="1">
            <a:spLocks noGrp="1"/>
          </p:cNvSpPr>
          <p:nvPr>
            <p:ph type="subTitle" idx="6"/>
          </p:nvPr>
        </p:nvSpPr>
        <p:spPr>
          <a:xfrm>
            <a:off x="1808025" y="2715075"/>
            <a:ext cx="2114400" cy="39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cxnSp>
        <p:nvCxnSpPr>
          <p:cNvPr id="81" name="Google Shape;81;p13"/>
          <p:cNvCxnSpPr/>
          <p:nvPr/>
        </p:nvCxnSpPr>
        <p:spPr>
          <a:xfrm>
            <a:off x="796200" y="3114975"/>
            <a:ext cx="849600" cy="0"/>
          </a:xfrm>
          <a:prstGeom prst="straightConnector1">
            <a:avLst/>
          </a:prstGeom>
          <a:noFill/>
          <a:ln w="28575" cap="flat" cmpd="sng">
            <a:solidFill>
              <a:srgbClr val="FF9900"/>
            </a:solidFill>
            <a:prstDash val="solid"/>
            <a:round/>
            <a:headEnd type="none" w="med" len="med"/>
            <a:tailEnd type="none" w="med" len="med"/>
          </a:ln>
        </p:spPr>
      </p:cxnSp>
      <p:sp>
        <p:nvSpPr>
          <p:cNvPr id="82" name="Google Shape;82;p13"/>
          <p:cNvSpPr txBox="1">
            <a:spLocks noGrp="1"/>
          </p:cNvSpPr>
          <p:nvPr>
            <p:ph type="title" idx="7" hasCustomPrompt="1"/>
          </p:nvPr>
        </p:nvSpPr>
        <p:spPr>
          <a:xfrm>
            <a:off x="720000" y="3381200"/>
            <a:ext cx="1068900" cy="7443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3800"/>
              <a:buNone/>
              <a:defRPr sz="3800">
                <a:solidFill>
                  <a:schemeClr val="accent1"/>
                </a:solidFill>
              </a:defRPr>
            </a:lvl1pPr>
            <a:lvl2pPr lvl="1" rtl="0">
              <a:spcBef>
                <a:spcPts val="0"/>
              </a:spcBef>
              <a:spcAft>
                <a:spcPts val="0"/>
              </a:spcAft>
              <a:buClr>
                <a:schemeClr val="accent1"/>
              </a:buClr>
              <a:buSzPts val="3800"/>
              <a:buNone/>
              <a:defRPr sz="3800">
                <a:solidFill>
                  <a:schemeClr val="accent1"/>
                </a:solidFill>
              </a:defRPr>
            </a:lvl2pPr>
            <a:lvl3pPr lvl="2" rtl="0">
              <a:spcBef>
                <a:spcPts val="0"/>
              </a:spcBef>
              <a:spcAft>
                <a:spcPts val="0"/>
              </a:spcAft>
              <a:buClr>
                <a:schemeClr val="accent1"/>
              </a:buClr>
              <a:buSzPts val="3800"/>
              <a:buNone/>
              <a:defRPr sz="3800">
                <a:solidFill>
                  <a:schemeClr val="accent1"/>
                </a:solidFill>
              </a:defRPr>
            </a:lvl3pPr>
            <a:lvl4pPr lvl="3" rtl="0">
              <a:spcBef>
                <a:spcPts val="0"/>
              </a:spcBef>
              <a:spcAft>
                <a:spcPts val="0"/>
              </a:spcAft>
              <a:buClr>
                <a:schemeClr val="accent1"/>
              </a:buClr>
              <a:buSzPts val="3800"/>
              <a:buNone/>
              <a:defRPr sz="3800">
                <a:solidFill>
                  <a:schemeClr val="accent1"/>
                </a:solidFill>
              </a:defRPr>
            </a:lvl4pPr>
            <a:lvl5pPr lvl="4" rtl="0">
              <a:spcBef>
                <a:spcPts val="0"/>
              </a:spcBef>
              <a:spcAft>
                <a:spcPts val="0"/>
              </a:spcAft>
              <a:buClr>
                <a:schemeClr val="accent1"/>
              </a:buClr>
              <a:buSzPts val="3800"/>
              <a:buNone/>
              <a:defRPr sz="3800">
                <a:solidFill>
                  <a:schemeClr val="accent1"/>
                </a:solidFill>
              </a:defRPr>
            </a:lvl5pPr>
            <a:lvl6pPr lvl="5" rtl="0">
              <a:spcBef>
                <a:spcPts val="0"/>
              </a:spcBef>
              <a:spcAft>
                <a:spcPts val="0"/>
              </a:spcAft>
              <a:buClr>
                <a:schemeClr val="accent1"/>
              </a:buClr>
              <a:buSzPts val="3800"/>
              <a:buNone/>
              <a:defRPr sz="3800">
                <a:solidFill>
                  <a:schemeClr val="accent1"/>
                </a:solidFill>
              </a:defRPr>
            </a:lvl6pPr>
            <a:lvl7pPr lvl="6" rtl="0">
              <a:spcBef>
                <a:spcPts val="0"/>
              </a:spcBef>
              <a:spcAft>
                <a:spcPts val="0"/>
              </a:spcAft>
              <a:buClr>
                <a:schemeClr val="accent1"/>
              </a:buClr>
              <a:buSzPts val="3800"/>
              <a:buNone/>
              <a:defRPr sz="3800">
                <a:solidFill>
                  <a:schemeClr val="accent1"/>
                </a:solidFill>
              </a:defRPr>
            </a:lvl7pPr>
            <a:lvl8pPr lvl="7" rtl="0">
              <a:spcBef>
                <a:spcPts val="0"/>
              </a:spcBef>
              <a:spcAft>
                <a:spcPts val="0"/>
              </a:spcAft>
              <a:buClr>
                <a:schemeClr val="accent1"/>
              </a:buClr>
              <a:buSzPts val="3800"/>
              <a:buNone/>
              <a:defRPr sz="3800">
                <a:solidFill>
                  <a:schemeClr val="accent1"/>
                </a:solidFill>
              </a:defRPr>
            </a:lvl8pPr>
            <a:lvl9pPr lvl="8" rtl="0">
              <a:spcBef>
                <a:spcPts val="0"/>
              </a:spcBef>
              <a:spcAft>
                <a:spcPts val="0"/>
              </a:spcAft>
              <a:buClr>
                <a:schemeClr val="accent1"/>
              </a:buClr>
              <a:buSzPts val="3800"/>
              <a:buNone/>
              <a:defRPr sz="3800">
                <a:solidFill>
                  <a:schemeClr val="accent1"/>
                </a:solidFill>
              </a:defRPr>
            </a:lvl9pPr>
          </a:lstStyle>
          <a:p>
            <a:r>
              <a:t>xx%</a:t>
            </a:r>
          </a:p>
        </p:txBody>
      </p:sp>
      <p:sp>
        <p:nvSpPr>
          <p:cNvPr id="83" name="Google Shape;83;p13"/>
          <p:cNvSpPr txBox="1">
            <a:spLocks noGrp="1"/>
          </p:cNvSpPr>
          <p:nvPr>
            <p:ph type="subTitle" idx="8"/>
          </p:nvPr>
        </p:nvSpPr>
        <p:spPr>
          <a:xfrm>
            <a:off x="1808025" y="3381200"/>
            <a:ext cx="2428500" cy="39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Font typeface="Archivo Black" panose="020B0A03020202020B04"/>
              <a:buNone/>
              <a:defRPr sz="1600">
                <a:solidFill>
                  <a:schemeClr val="accent2"/>
                </a:solidFill>
                <a:latin typeface="Archivo Black" panose="020B0A03020202020B04"/>
                <a:ea typeface="Archivo Black" panose="020B0A03020202020B04"/>
                <a:cs typeface="Archivo Black" panose="020B0A03020202020B04"/>
                <a:sym typeface="Archivo Black" panose="020B0A03020202020B04"/>
              </a:defRPr>
            </a:lvl1pPr>
            <a:lvl2pPr lvl="1" rtl="0">
              <a:lnSpc>
                <a:spcPct val="100000"/>
              </a:lnSpc>
              <a:spcBef>
                <a:spcPts val="1600"/>
              </a:spcBef>
              <a:spcAft>
                <a:spcPts val="0"/>
              </a:spcAft>
              <a:buClr>
                <a:schemeClr val="accent2"/>
              </a:buClr>
              <a:buSzPts val="1400"/>
              <a:buNone/>
              <a:defRPr>
                <a:solidFill>
                  <a:schemeClr val="accent2"/>
                </a:solidFill>
              </a:defRPr>
            </a:lvl2pPr>
            <a:lvl3pPr lvl="2" rtl="0">
              <a:lnSpc>
                <a:spcPct val="100000"/>
              </a:lnSpc>
              <a:spcBef>
                <a:spcPts val="1600"/>
              </a:spcBef>
              <a:spcAft>
                <a:spcPts val="0"/>
              </a:spcAft>
              <a:buClr>
                <a:schemeClr val="accent2"/>
              </a:buClr>
              <a:buSzPts val="1400"/>
              <a:buNone/>
              <a:defRPr>
                <a:solidFill>
                  <a:schemeClr val="accent2"/>
                </a:solidFill>
              </a:defRPr>
            </a:lvl3pPr>
            <a:lvl4pPr lvl="3" rtl="0">
              <a:lnSpc>
                <a:spcPct val="100000"/>
              </a:lnSpc>
              <a:spcBef>
                <a:spcPts val="1600"/>
              </a:spcBef>
              <a:spcAft>
                <a:spcPts val="0"/>
              </a:spcAft>
              <a:buClr>
                <a:schemeClr val="accent2"/>
              </a:buClr>
              <a:buSzPts val="1400"/>
              <a:buNone/>
              <a:defRPr>
                <a:solidFill>
                  <a:schemeClr val="accent2"/>
                </a:solidFill>
              </a:defRPr>
            </a:lvl4pPr>
            <a:lvl5pPr lvl="4" rtl="0">
              <a:lnSpc>
                <a:spcPct val="100000"/>
              </a:lnSpc>
              <a:spcBef>
                <a:spcPts val="1600"/>
              </a:spcBef>
              <a:spcAft>
                <a:spcPts val="0"/>
              </a:spcAft>
              <a:buClr>
                <a:schemeClr val="accent2"/>
              </a:buClr>
              <a:buSzPts val="1400"/>
              <a:buNone/>
              <a:defRPr>
                <a:solidFill>
                  <a:schemeClr val="accent2"/>
                </a:solidFill>
              </a:defRPr>
            </a:lvl5pPr>
            <a:lvl6pPr lvl="5" rtl="0">
              <a:lnSpc>
                <a:spcPct val="100000"/>
              </a:lnSpc>
              <a:spcBef>
                <a:spcPts val="1600"/>
              </a:spcBef>
              <a:spcAft>
                <a:spcPts val="0"/>
              </a:spcAft>
              <a:buClr>
                <a:schemeClr val="accent2"/>
              </a:buClr>
              <a:buSzPts val="1400"/>
              <a:buNone/>
              <a:defRPr>
                <a:solidFill>
                  <a:schemeClr val="accent2"/>
                </a:solidFill>
              </a:defRPr>
            </a:lvl6pPr>
            <a:lvl7pPr lvl="6" rtl="0">
              <a:lnSpc>
                <a:spcPct val="100000"/>
              </a:lnSpc>
              <a:spcBef>
                <a:spcPts val="1600"/>
              </a:spcBef>
              <a:spcAft>
                <a:spcPts val="0"/>
              </a:spcAft>
              <a:buClr>
                <a:schemeClr val="accent2"/>
              </a:buClr>
              <a:buSzPts val="1400"/>
              <a:buNone/>
              <a:defRPr>
                <a:solidFill>
                  <a:schemeClr val="accent2"/>
                </a:solidFill>
              </a:defRPr>
            </a:lvl7pPr>
            <a:lvl8pPr lvl="7" rtl="0">
              <a:lnSpc>
                <a:spcPct val="100000"/>
              </a:lnSpc>
              <a:spcBef>
                <a:spcPts val="1600"/>
              </a:spcBef>
              <a:spcAft>
                <a:spcPts val="0"/>
              </a:spcAft>
              <a:buClr>
                <a:schemeClr val="accent2"/>
              </a:buClr>
              <a:buSzPts val="1400"/>
              <a:buNone/>
              <a:defRPr>
                <a:solidFill>
                  <a:schemeClr val="accent2"/>
                </a:solidFill>
              </a:defRPr>
            </a:lvl8pPr>
            <a:lvl9pPr lvl="8" rtl="0">
              <a:lnSpc>
                <a:spcPct val="100000"/>
              </a:lnSpc>
              <a:spcBef>
                <a:spcPts val="1600"/>
              </a:spcBef>
              <a:spcAft>
                <a:spcPts val="1600"/>
              </a:spcAft>
              <a:buClr>
                <a:schemeClr val="accent2"/>
              </a:buClr>
              <a:buSzPts val="1400"/>
              <a:buNone/>
              <a:defRPr>
                <a:solidFill>
                  <a:schemeClr val="accent2"/>
                </a:solidFill>
              </a:defRPr>
            </a:lvl9pPr>
          </a:lstStyle>
          <a:p/>
        </p:txBody>
      </p:sp>
      <p:sp>
        <p:nvSpPr>
          <p:cNvPr id="84" name="Google Shape;84;p13"/>
          <p:cNvSpPr txBox="1">
            <a:spLocks noGrp="1"/>
          </p:cNvSpPr>
          <p:nvPr>
            <p:ph type="subTitle" idx="9"/>
          </p:nvPr>
        </p:nvSpPr>
        <p:spPr>
          <a:xfrm>
            <a:off x="1808025" y="3725600"/>
            <a:ext cx="2114400" cy="39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cxnSp>
        <p:nvCxnSpPr>
          <p:cNvPr id="85" name="Google Shape;85;p13"/>
          <p:cNvCxnSpPr/>
          <p:nvPr/>
        </p:nvCxnSpPr>
        <p:spPr>
          <a:xfrm>
            <a:off x="796200" y="4125500"/>
            <a:ext cx="849600" cy="0"/>
          </a:xfrm>
          <a:prstGeom prst="straightConnector1">
            <a:avLst/>
          </a:prstGeom>
          <a:noFill/>
          <a:ln w="28575" cap="flat" cmpd="sng">
            <a:solidFill>
              <a:srgbClr val="FF9900"/>
            </a:solidFill>
            <a:prstDash val="solid"/>
            <a:round/>
            <a:headEnd type="none" w="med" len="med"/>
            <a:tailEnd type="none" w="med" len="med"/>
          </a:ln>
        </p:spPr>
      </p:cxnSp>
      <p:sp>
        <p:nvSpPr>
          <p:cNvPr id="86" name="Google Shape;86;p13"/>
          <p:cNvSpPr txBox="1">
            <a:spLocks noGrp="1"/>
          </p:cNvSpPr>
          <p:nvPr>
            <p:ph type="title" idx="13" hasCustomPrompt="1"/>
          </p:nvPr>
        </p:nvSpPr>
        <p:spPr>
          <a:xfrm>
            <a:off x="4907475" y="1360150"/>
            <a:ext cx="1068900" cy="7443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3800"/>
              <a:buNone/>
              <a:defRPr sz="3800">
                <a:solidFill>
                  <a:schemeClr val="accent1"/>
                </a:solidFill>
              </a:defRPr>
            </a:lvl1pPr>
            <a:lvl2pPr lvl="1" rtl="0">
              <a:spcBef>
                <a:spcPts val="0"/>
              </a:spcBef>
              <a:spcAft>
                <a:spcPts val="0"/>
              </a:spcAft>
              <a:buClr>
                <a:schemeClr val="accent1"/>
              </a:buClr>
              <a:buSzPts val="3800"/>
              <a:buNone/>
              <a:defRPr sz="3800">
                <a:solidFill>
                  <a:schemeClr val="accent1"/>
                </a:solidFill>
              </a:defRPr>
            </a:lvl2pPr>
            <a:lvl3pPr lvl="2" rtl="0">
              <a:spcBef>
                <a:spcPts val="0"/>
              </a:spcBef>
              <a:spcAft>
                <a:spcPts val="0"/>
              </a:spcAft>
              <a:buClr>
                <a:schemeClr val="accent1"/>
              </a:buClr>
              <a:buSzPts val="3800"/>
              <a:buNone/>
              <a:defRPr sz="3800">
                <a:solidFill>
                  <a:schemeClr val="accent1"/>
                </a:solidFill>
              </a:defRPr>
            </a:lvl3pPr>
            <a:lvl4pPr lvl="3" rtl="0">
              <a:spcBef>
                <a:spcPts val="0"/>
              </a:spcBef>
              <a:spcAft>
                <a:spcPts val="0"/>
              </a:spcAft>
              <a:buClr>
                <a:schemeClr val="accent1"/>
              </a:buClr>
              <a:buSzPts val="3800"/>
              <a:buNone/>
              <a:defRPr sz="3800">
                <a:solidFill>
                  <a:schemeClr val="accent1"/>
                </a:solidFill>
              </a:defRPr>
            </a:lvl4pPr>
            <a:lvl5pPr lvl="4" rtl="0">
              <a:spcBef>
                <a:spcPts val="0"/>
              </a:spcBef>
              <a:spcAft>
                <a:spcPts val="0"/>
              </a:spcAft>
              <a:buClr>
                <a:schemeClr val="accent1"/>
              </a:buClr>
              <a:buSzPts val="3800"/>
              <a:buNone/>
              <a:defRPr sz="3800">
                <a:solidFill>
                  <a:schemeClr val="accent1"/>
                </a:solidFill>
              </a:defRPr>
            </a:lvl5pPr>
            <a:lvl6pPr lvl="5" rtl="0">
              <a:spcBef>
                <a:spcPts val="0"/>
              </a:spcBef>
              <a:spcAft>
                <a:spcPts val="0"/>
              </a:spcAft>
              <a:buClr>
                <a:schemeClr val="accent1"/>
              </a:buClr>
              <a:buSzPts val="3800"/>
              <a:buNone/>
              <a:defRPr sz="3800">
                <a:solidFill>
                  <a:schemeClr val="accent1"/>
                </a:solidFill>
              </a:defRPr>
            </a:lvl6pPr>
            <a:lvl7pPr lvl="6" rtl="0">
              <a:spcBef>
                <a:spcPts val="0"/>
              </a:spcBef>
              <a:spcAft>
                <a:spcPts val="0"/>
              </a:spcAft>
              <a:buClr>
                <a:schemeClr val="accent1"/>
              </a:buClr>
              <a:buSzPts val="3800"/>
              <a:buNone/>
              <a:defRPr sz="3800">
                <a:solidFill>
                  <a:schemeClr val="accent1"/>
                </a:solidFill>
              </a:defRPr>
            </a:lvl7pPr>
            <a:lvl8pPr lvl="7" rtl="0">
              <a:spcBef>
                <a:spcPts val="0"/>
              </a:spcBef>
              <a:spcAft>
                <a:spcPts val="0"/>
              </a:spcAft>
              <a:buClr>
                <a:schemeClr val="accent1"/>
              </a:buClr>
              <a:buSzPts val="3800"/>
              <a:buNone/>
              <a:defRPr sz="3800">
                <a:solidFill>
                  <a:schemeClr val="accent1"/>
                </a:solidFill>
              </a:defRPr>
            </a:lvl8pPr>
            <a:lvl9pPr lvl="8" rtl="0">
              <a:spcBef>
                <a:spcPts val="0"/>
              </a:spcBef>
              <a:spcAft>
                <a:spcPts val="0"/>
              </a:spcAft>
              <a:buClr>
                <a:schemeClr val="accent1"/>
              </a:buClr>
              <a:buSzPts val="3800"/>
              <a:buNone/>
              <a:defRPr sz="3800">
                <a:solidFill>
                  <a:schemeClr val="accent1"/>
                </a:solidFill>
              </a:defRPr>
            </a:lvl9pPr>
          </a:lstStyle>
          <a:p>
            <a:r>
              <a:t>xx%</a:t>
            </a:r>
          </a:p>
        </p:txBody>
      </p:sp>
      <p:sp>
        <p:nvSpPr>
          <p:cNvPr id="87" name="Google Shape;87;p13"/>
          <p:cNvSpPr txBox="1">
            <a:spLocks noGrp="1"/>
          </p:cNvSpPr>
          <p:nvPr>
            <p:ph type="subTitle" idx="14"/>
          </p:nvPr>
        </p:nvSpPr>
        <p:spPr>
          <a:xfrm>
            <a:off x="5995500" y="1360150"/>
            <a:ext cx="2428500" cy="39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Font typeface="Archivo Black" panose="020B0A03020202020B04"/>
              <a:buNone/>
              <a:defRPr sz="1600">
                <a:solidFill>
                  <a:schemeClr val="accent2"/>
                </a:solidFill>
                <a:latin typeface="Archivo Black" panose="020B0A03020202020B04"/>
                <a:ea typeface="Archivo Black" panose="020B0A03020202020B04"/>
                <a:cs typeface="Archivo Black" panose="020B0A03020202020B04"/>
                <a:sym typeface="Archivo Black" panose="020B0A03020202020B04"/>
              </a:defRPr>
            </a:lvl1pPr>
            <a:lvl2pPr lvl="1" rtl="0">
              <a:lnSpc>
                <a:spcPct val="100000"/>
              </a:lnSpc>
              <a:spcBef>
                <a:spcPts val="1600"/>
              </a:spcBef>
              <a:spcAft>
                <a:spcPts val="0"/>
              </a:spcAft>
              <a:buClr>
                <a:schemeClr val="accent2"/>
              </a:buClr>
              <a:buSzPts val="1400"/>
              <a:buNone/>
              <a:defRPr>
                <a:solidFill>
                  <a:schemeClr val="accent2"/>
                </a:solidFill>
              </a:defRPr>
            </a:lvl2pPr>
            <a:lvl3pPr lvl="2" rtl="0">
              <a:lnSpc>
                <a:spcPct val="100000"/>
              </a:lnSpc>
              <a:spcBef>
                <a:spcPts val="1600"/>
              </a:spcBef>
              <a:spcAft>
                <a:spcPts val="0"/>
              </a:spcAft>
              <a:buClr>
                <a:schemeClr val="accent2"/>
              </a:buClr>
              <a:buSzPts val="1400"/>
              <a:buNone/>
              <a:defRPr>
                <a:solidFill>
                  <a:schemeClr val="accent2"/>
                </a:solidFill>
              </a:defRPr>
            </a:lvl3pPr>
            <a:lvl4pPr lvl="3" rtl="0">
              <a:lnSpc>
                <a:spcPct val="100000"/>
              </a:lnSpc>
              <a:spcBef>
                <a:spcPts val="1600"/>
              </a:spcBef>
              <a:spcAft>
                <a:spcPts val="0"/>
              </a:spcAft>
              <a:buClr>
                <a:schemeClr val="accent2"/>
              </a:buClr>
              <a:buSzPts val="1400"/>
              <a:buNone/>
              <a:defRPr>
                <a:solidFill>
                  <a:schemeClr val="accent2"/>
                </a:solidFill>
              </a:defRPr>
            </a:lvl4pPr>
            <a:lvl5pPr lvl="4" rtl="0">
              <a:lnSpc>
                <a:spcPct val="100000"/>
              </a:lnSpc>
              <a:spcBef>
                <a:spcPts val="1600"/>
              </a:spcBef>
              <a:spcAft>
                <a:spcPts val="0"/>
              </a:spcAft>
              <a:buClr>
                <a:schemeClr val="accent2"/>
              </a:buClr>
              <a:buSzPts val="1400"/>
              <a:buNone/>
              <a:defRPr>
                <a:solidFill>
                  <a:schemeClr val="accent2"/>
                </a:solidFill>
              </a:defRPr>
            </a:lvl5pPr>
            <a:lvl6pPr lvl="5" rtl="0">
              <a:lnSpc>
                <a:spcPct val="100000"/>
              </a:lnSpc>
              <a:spcBef>
                <a:spcPts val="1600"/>
              </a:spcBef>
              <a:spcAft>
                <a:spcPts val="0"/>
              </a:spcAft>
              <a:buClr>
                <a:schemeClr val="accent2"/>
              </a:buClr>
              <a:buSzPts val="1400"/>
              <a:buNone/>
              <a:defRPr>
                <a:solidFill>
                  <a:schemeClr val="accent2"/>
                </a:solidFill>
              </a:defRPr>
            </a:lvl6pPr>
            <a:lvl7pPr lvl="6" rtl="0">
              <a:lnSpc>
                <a:spcPct val="100000"/>
              </a:lnSpc>
              <a:spcBef>
                <a:spcPts val="1600"/>
              </a:spcBef>
              <a:spcAft>
                <a:spcPts val="0"/>
              </a:spcAft>
              <a:buClr>
                <a:schemeClr val="accent2"/>
              </a:buClr>
              <a:buSzPts val="1400"/>
              <a:buNone/>
              <a:defRPr>
                <a:solidFill>
                  <a:schemeClr val="accent2"/>
                </a:solidFill>
              </a:defRPr>
            </a:lvl7pPr>
            <a:lvl8pPr lvl="7" rtl="0">
              <a:lnSpc>
                <a:spcPct val="100000"/>
              </a:lnSpc>
              <a:spcBef>
                <a:spcPts val="1600"/>
              </a:spcBef>
              <a:spcAft>
                <a:spcPts val="0"/>
              </a:spcAft>
              <a:buClr>
                <a:schemeClr val="accent2"/>
              </a:buClr>
              <a:buSzPts val="1400"/>
              <a:buNone/>
              <a:defRPr>
                <a:solidFill>
                  <a:schemeClr val="accent2"/>
                </a:solidFill>
              </a:defRPr>
            </a:lvl8pPr>
            <a:lvl9pPr lvl="8" rtl="0">
              <a:lnSpc>
                <a:spcPct val="100000"/>
              </a:lnSpc>
              <a:spcBef>
                <a:spcPts val="1600"/>
              </a:spcBef>
              <a:spcAft>
                <a:spcPts val="1600"/>
              </a:spcAft>
              <a:buClr>
                <a:schemeClr val="accent2"/>
              </a:buClr>
              <a:buSzPts val="1400"/>
              <a:buNone/>
              <a:defRPr>
                <a:solidFill>
                  <a:schemeClr val="accent2"/>
                </a:solidFill>
              </a:defRPr>
            </a:lvl9pPr>
          </a:lstStyle>
          <a:p/>
        </p:txBody>
      </p:sp>
      <p:sp>
        <p:nvSpPr>
          <p:cNvPr id="88" name="Google Shape;88;p13"/>
          <p:cNvSpPr txBox="1">
            <a:spLocks noGrp="1"/>
          </p:cNvSpPr>
          <p:nvPr>
            <p:ph type="subTitle" idx="15"/>
          </p:nvPr>
        </p:nvSpPr>
        <p:spPr>
          <a:xfrm>
            <a:off x="5995500" y="1704550"/>
            <a:ext cx="2114400" cy="39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cxnSp>
        <p:nvCxnSpPr>
          <p:cNvPr id="89" name="Google Shape;89;p13"/>
          <p:cNvCxnSpPr/>
          <p:nvPr/>
        </p:nvCxnSpPr>
        <p:spPr>
          <a:xfrm>
            <a:off x="4983675" y="2104450"/>
            <a:ext cx="849600" cy="0"/>
          </a:xfrm>
          <a:prstGeom prst="straightConnector1">
            <a:avLst/>
          </a:prstGeom>
          <a:noFill/>
          <a:ln w="28575" cap="flat" cmpd="sng">
            <a:solidFill>
              <a:srgbClr val="FF9900"/>
            </a:solidFill>
            <a:prstDash val="solid"/>
            <a:round/>
            <a:headEnd type="none" w="med" len="med"/>
            <a:tailEnd type="none" w="med" len="med"/>
          </a:ln>
        </p:spPr>
      </p:cxnSp>
      <p:sp>
        <p:nvSpPr>
          <p:cNvPr id="90" name="Google Shape;90;p13"/>
          <p:cNvSpPr txBox="1">
            <a:spLocks noGrp="1"/>
          </p:cNvSpPr>
          <p:nvPr>
            <p:ph type="title" idx="16" hasCustomPrompt="1"/>
          </p:nvPr>
        </p:nvSpPr>
        <p:spPr>
          <a:xfrm>
            <a:off x="4907475" y="2370675"/>
            <a:ext cx="1068900" cy="7443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3800"/>
              <a:buNone/>
              <a:defRPr sz="3800">
                <a:solidFill>
                  <a:schemeClr val="accent1"/>
                </a:solidFill>
              </a:defRPr>
            </a:lvl1pPr>
            <a:lvl2pPr lvl="1" rtl="0">
              <a:spcBef>
                <a:spcPts val="0"/>
              </a:spcBef>
              <a:spcAft>
                <a:spcPts val="0"/>
              </a:spcAft>
              <a:buClr>
                <a:schemeClr val="accent1"/>
              </a:buClr>
              <a:buSzPts val="3800"/>
              <a:buNone/>
              <a:defRPr sz="3800">
                <a:solidFill>
                  <a:schemeClr val="accent1"/>
                </a:solidFill>
              </a:defRPr>
            </a:lvl2pPr>
            <a:lvl3pPr lvl="2" rtl="0">
              <a:spcBef>
                <a:spcPts val="0"/>
              </a:spcBef>
              <a:spcAft>
                <a:spcPts val="0"/>
              </a:spcAft>
              <a:buClr>
                <a:schemeClr val="accent1"/>
              </a:buClr>
              <a:buSzPts val="3800"/>
              <a:buNone/>
              <a:defRPr sz="3800">
                <a:solidFill>
                  <a:schemeClr val="accent1"/>
                </a:solidFill>
              </a:defRPr>
            </a:lvl3pPr>
            <a:lvl4pPr lvl="3" rtl="0">
              <a:spcBef>
                <a:spcPts val="0"/>
              </a:spcBef>
              <a:spcAft>
                <a:spcPts val="0"/>
              </a:spcAft>
              <a:buClr>
                <a:schemeClr val="accent1"/>
              </a:buClr>
              <a:buSzPts val="3800"/>
              <a:buNone/>
              <a:defRPr sz="3800">
                <a:solidFill>
                  <a:schemeClr val="accent1"/>
                </a:solidFill>
              </a:defRPr>
            </a:lvl4pPr>
            <a:lvl5pPr lvl="4" rtl="0">
              <a:spcBef>
                <a:spcPts val="0"/>
              </a:spcBef>
              <a:spcAft>
                <a:spcPts val="0"/>
              </a:spcAft>
              <a:buClr>
                <a:schemeClr val="accent1"/>
              </a:buClr>
              <a:buSzPts val="3800"/>
              <a:buNone/>
              <a:defRPr sz="3800">
                <a:solidFill>
                  <a:schemeClr val="accent1"/>
                </a:solidFill>
              </a:defRPr>
            </a:lvl5pPr>
            <a:lvl6pPr lvl="5" rtl="0">
              <a:spcBef>
                <a:spcPts val="0"/>
              </a:spcBef>
              <a:spcAft>
                <a:spcPts val="0"/>
              </a:spcAft>
              <a:buClr>
                <a:schemeClr val="accent1"/>
              </a:buClr>
              <a:buSzPts val="3800"/>
              <a:buNone/>
              <a:defRPr sz="3800">
                <a:solidFill>
                  <a:schemeClr val="accent1"/>
                </a:solidFill>
              </a:defRPr>
            </a:lvl6pPr>
            <a:lvl7pPr lvl="6" rtl="0">
              <a:spcBef>
                <a:spcPts val="0"/>
              </a:spcBef>
              <a:spcAft>
                <a:spcPts val="0"/>
              </a:spcAft>
              <a:buClr>
                <a:schemeClr val="accent1"/>
              </a:buClr>
              <a:buSzPts val="3800"/>
              <a:buNone/>
              <a:defRPr sz="3800">
                <a:solidFill>
                  <a:schemeClr val="accent1"/>
                </a:solidFill>
              </a:defRPr>
            </a:lvl7pPr>
            <a:lvl8pPr lvl="7" rtl="0">
              <a:spcBef>
                <a:spcPts val="0"/>
              </a:spcBef>
              <a:spcAft>
                <a:spcPts val="0"/>
              </a:spcAft>
              <a:buClr>
                <a:schemeClr val="accent1"/>
              </a:buClr>
              <a:buSzPts val="3800"/>
              <a:buNone/>
              <a:defRPr sz="3800">
                <a:solidFill>
                  <a:schemeClr val="accent1"/>
                </a:solidFill>
              </a:defRPr>
            </a:lvl8pPr>
            <a:lvl9pPr lvl="8" rtl="0">
              <a:spcBef>
                <a:spcPts val="0"/>
              </a:spcBef>
              <a:spcAft>
                <a:spcPts val="0"/>
              </a:spcAft>
              <a:buClr>
                <a:schemeClr val="accent1"/>
              </a:buClr>
              <a:buSzPts val="3800"/>
              <a:buNone/>
              <a:defRPr sz="3800">
                <a:solidFill>
                  <a:schemeClr val="accent1"/>
                </a:solidFill>
              </a:defRPr>
            </a:lvl9pPr>
          </a:lstStyle>
          <a:p>
            <a:r>
              <a:t>xx%</a:t>
            </a:r>
          </a:p>
        </p:txBody>
      </p:sp>
      <p:sp>
        <p:nvSpPr>
          <p:cNvPr id="91" name="Google Shape;91;p13"/>
          <p:cNvSpPr txBox="1">
            <a:spLocks noGrp="1"/>
          </p:cNvSpPr>
          <p:nvPr>
            <p:ph type="subTitle" idx="17"/>
          </p:nvPr>
        </p:nvSpPr>
        <p:spPr>
          <a:xfrm>
            <a:off x="5995500" y="2370675"/>
            <a:ext cx="2428500" cy="39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Font typeface="Archivo Black" panose="020B0A03020202020B04"/>
              <a:buNone/>
              <a:defRPr sz="1600">
                <a:solidFill>
                  <a:schemeClr val="accent2"/>
                </a:solidFill>
                <a:latin typeface="Archivo Black" panose="020B0A03020202020B04"/>
                <a:ea typeface="Archivo Black" panose="020B0A03020202020B04"/>
                <a:cs typeface="Archivo Black" panose="020B0A03020202020B04"/>
                <a:sym typeface="Archivo Black" panose="020B0A03020202020B04"/>
              </a:defRPr>
            </a:lvl1pPr>
            <a:lvl2pPr lvl="1" rtl="0">
              <a:lnSpc>
                <a:spcPct val="100000"/>
              </a:lnSpc>
              <a:spcBef>
                <a:spcPts val="1600"/>
              </a:spcBef>
              <a:spcAft>
                <a:spcPts val="0"/>
              </a:spcAft>
              <a:buClr>
                <a:schemeClr val="accent2"/>
              </a:buClr>
              <a:buSzPts val="1400"/>
              <a:buNone/>
              <a:defRPr>
                <a:solidFill>
                  <a:schemeClr val="accent2"/>
                </a:solidFill>
              </a:defRPr>
            </a:lvl2pPr>
            <a:lvl3pPr lvl="2" rtl="0">
              <a:lnSpc>
                <a:spcPct val="100000"/>
              </a:lnSpc>
              <a:spcBef>
                <a:spcPts val="1600"/>
              </a:spcBef>
              <a:spcAft>
                <a:spcPts val="0"/>
              </a:spcAft>
              <a:buClr>
                <a:schemeClr val="accent2"/>
              </a:buClr>
              <a:buSzPts val="1400"/>
              <a:buNone/>
              <a:defRPr>
                <a:solidFill>
                  <a:schemeClr val="accent2"/>
                </a:solidFill>
              </a:defRPr>
            </a:lvl3pPr>
            <a:lvl4pPr lvl="3" rtl="0">
              <a:lnSpc>
                <a:spcPct val="100000"/>
              </a:lnSpc>
              <a:spcBef>
                <a:spcPts val="1600"/>
              </a:spcBef>
              <a:spcAft>
                <a:spcPts val="0"/>
              </a:spcAft>
              <a:buClr>
                <a:schemeClr val="accent2"/>
              </a:buClr>
              <a:buSzPts val="1400"/>
              <a:buNone/>
              <a:defRPr>
                <a:solidFill>
                  <a:schemeClr val="accent2"/>
                </a:solidFill>
              </a:defRPr>
            </a:lvl4pPr>
            <a:lvl5pPr lvl="4" rtl="0">
              <a:lnSpc>
                <a:spcPct val="100000"/>
              </a:lnSpc>
              <a:spcBef>
                <a:spcPts val="1600"/>
              </a:spcBef>
              <a:spcAft>
                <a:spcPts val="0"/>
              </a:spcAft>
              <a:buClr>
                <a:schemeClr val="accent2"/>
              </a:buClr>
              <a:buSzPts val="1400"/>
              <a:buNone/>
              <a:defRPr>
                <a:solidFill>
                  <a:schemeClr val="accent2"/>
                </a:solidFill>
              </a:defRPr>
            </a:lvl5pPr>
            <a:lvl6pPr lvl="5" rtl="0">
              <a:lnSpc>
                <a:spcPct val="100000"/>
              </a:lnSpc>
              <a:spcBef>
                <a:spcPts val="1600"/>
              </a:spcBef>
              <a:spcAft>
                <a:spcPts val="0"/>
              </a:spcAft>
              <a:buClr>
                <a:schemeClr val="accent2"/>
              </a:buClr>
              <a:buSzPts val="1400"/>
              <a:buNone/>
              <a:defRPr>
                <a:solidFill>
                  <a:schemeClr val="accent2"/>
                </a:solidFill>
              </a:defRPr>
            </a:lvl6pPr>
            <a:lvl7pPr lvl="6" rtl="0">
              <a:lnSpc>
                <a:spcPct val="100000"/>
              </a:lnSpc>
              <a:spcBef>
                <a:spcPts val="1600"/>
              </a:spcBef>
              <a:spcAft>
                <a:spcPts val="0"/>
              </a:spcAft>
              <a:buClr>
                <a:schemeClr val="accent2"/>
              </a:buClr>
              <a:buSzPts val="1400"/>
              <a:buNone/>
              <a:defRPr>
                <a:solidFill>
                  <a:schemeClr val="accent2"/>
                </a:solidFill>
              </a:defRPr>
            </a:lvl7pPr>
            <a:lvl8pPr lvl="7" rtl="0">
              <a:lnSpc>
                <a:spcPct val="100000"/>
              </a:lnSpc>
              <a:spcBef>
                <a:spcPts val="1600"/>
              </a:spcBef>
              <a:spcAft>
                <a:spcPts val="0"/>
              </a:spcAft>
              <a:buClr>
                <a:schemeClr val="accent2"/>
              </a:buClr>
              <a:buSzPts val="1400"/>
              <a:buNone/>
              <a:defRPr>
                <a:solidFill>
                  <a:schemeClr val="accent2"/>
                </a:solidFill>
              </a:defRPr>
            </a:lvl8pPr>
            <a:lvl9pPr lvl="8" rtl="0">
              <a:lnSpc>
                <a:spcPct val="100000"/>
              </a:lnSpc>
              <a:spcBef>
                <a:spcPts val="1600"/>
              </a:spcBef>
              <a:spcAft>
                <a:spcPts val="1600"/>
              </a:spcAft>
              <a:buClr>
                <a:schemeClr val="accent2"/>
              </a:buClr>
              <a:buSzPts val="1400"/>
              <a:buNone/>
              <a:defRPr>
                <a:solidFill>
                  <a:schemeClr val="accent2"/>
                </a:solidFill>
              </a:defRPr>
            </a:lvl9pPr>
          </a:lstStyle>
          <a:p/>
        </p:txBody>
      </p:sp>
      <p:sp>
        <p:nvSpPr>
          <p:cNvPr id="92" name="Google Shape;92;p13"/>
          <p:cNvSpPr txBox="1">
            <a:spLocks noGrp="1"/>
          </p:cNvSpPr>
          <p:nvPr>
            <p:ph type="subTitle" idx="18"/>
          </p:nvPr>
        </p:nvSpPr>
        <p:spPr>
          <a:xfrm>
            <a:off x="5995500" y="2715075"/>
            <a:ext cx="2114400" cy="39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cxnSp>
        <p:nvCxnSpPr>
          <p:cNvPr id="93" name="Google Shape;93;p13"/>
          <p:cNvCxnSpPr/>
          <p:nvPr/>
        </p:nvCxnSpPr>
        <p:spPr>
          <a:xfrm>
            <a:off x="4983675" y="3114975"/>
            <a:ext cx="849600" cy="0"/>
          </a:xfrm>
          <a:prstGeom prst="straightConnector1">
            <a:avLst/>
          </a:prstGeom>
          <a:noFill/>
          <a:ln w="28575" cap="flat" cmpd="sng">
            <a:solidFill>
              <a:srgbClr val="FF9900"/>
            </a:solidFill>
            <a:prstDash val="solid"/>
            <a:round/>
            <a:headEnd type="none" w="med" len="med"/>
            <a:tailEnd type="none" w="med" len="med"/>
          </a:ln>
        </p:spPr>
      </p:cxnSp>
      <p:sp>
        <p:nvSpPr>
          <p:cNvPr id="94" name="Google Shape;94;p13"/>
          <p:cNvSpPr txBox="1">
            <a:spLocks noGrp="1"/>
          </p:cNvSpPr>
          <p:nvPr>
            <p:ph type="title" idx="19" hasCustomPrompt="1"/>
          </p:nvPr>
        </p:nvSpPr>
        <p:spPr>
          <a:xfrm>
            <a:off x="4907475" y="3381200"/>
            <a:ext cx="1068900" cy="7443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3800"/>
              <a:buNone/>
              <a:defRPr sz="3800">
                <a:solidFill>
                  <a:schemeClr val="accent1"/>
                </a:solidFill>
              </a:defRPr>
            </a:lvl1pPr>
            <a:lvl2pPr lvl="1" rtl="0">
              <a:spcBef>
                <a:spcPts val="0"/>
              </a:spcBef>
              <a:spcAft>
                <a:spcPts val="0"/>
              </a:spcAft>
              <a:buClr>
                <a:schemeClr val="accent1"/>
              </a:buClr>
              <a:buSzPts val="3800"/>
              <a:buNone/>
              <a:defRPr sz="3800">
                <a:solidFill>
                  <a:schemeClr val="accent1"/>
                </a:solidFill>
              </a:defRPr>
            </a:lvl2pPr>
            <a:lvl3pPr lvl="2" rtl="0">
              <a:spcBef>
                <a:spcPts val="0"/>
              </a:spcBef>
              <a:spcAft>
                <a:spcPts val="0"/>
              </a:spcAft>
              <a:buClr>
                <a:schemeClr val="accent1"/>
              </a:buClr>
              <a:buSzPts val="3800"/>
              <a:buNone/>
              <a:defRPr sz="3800">
                <a:solidFill>
                  <a:schemeClr val="accent1"/>
                </a:solidFill>
              </a:defRPr>
            </a:lvl3pPr>
            <a:lvl4pPr lvl="3" rtl="0">
              <a:spcBef>
                <a:spcPts val="0"/>
              </a:spcBef>
              <a:spcAft>
                <a:spcPts val="0"/>
              </a:spcAft>
              <a:buClr>
                <a:schemeClr val="accent1"/>
              </a:buClr>
              <a:buSzPts val="3800"/>
              <a:buNone/>
              <a:defRPr sz="3800">
                <a:solidFill>
                  <a:schemeClr val="accent1"/>
                </a:solidFill>
              </a:defRPr>
            </a:lvl4pPr>
            <a:lvl5pPr lvl="4" rtl="0">
              <a:spcBef>
                <a:spcPts val="0"/>
              </a:spcBef>
              <a:spcAft>
                <a:spcPts val="0"/>
              </a:spcAft>
              <a:buClr>
                <a:schemeClr val="accent1"/>
              </a:buClr>
              <a:buSzPts val="3800"/>
              <a:buNone/>
              <a:defRPr sz="3800">
                <a:solidFill>
                  <a:schemeClr val="accent1"/>
                </a:solidFill>
              </a:defRPr>
            </a:lvl5pPr>
            <a:lvl6pPr lvl="5" rtl="0">
              <a:spcBef>
                <a:spcPts val="0"/>
              </a:spcBef>
              <a:spcAft>
                <a:spcPts val="0"/>
              </a:spcAft>
              <a:buClr>
                <a:schemeClr val="accent1"/>
              </a:buClr>
              <a:buSzPts val="3800"/>
              <a:buNone/>
              <a:defRPr sz="3800">
                <a:solidFill>
                  <a:schemeClr val="accent1"/>
                </a:solidFill>
              </a:defRPr>
            </a:lvl6pPr>
            <a:lvl7pPr lvl="6" rtl="0">
              <a:spcBef>
                <a:spcPts val="0"/>
              </a:spcBef>
              <a:spcAft>
                <a:spcPts val="0"/>
              </a:spcAft>
              <a:buClr>
                <a:schemeClr val="accent1"/>
              </a:buClr>
              <a:buSzPts val="3800"/>
              <a:buNone/>
              <a:defRPr sz="3800">
                <a:solidFill>
                  <a:schemeClr val="accent1"/>
                </a:solidFill>
              </a:defRPr>
            </a:lvl7pPr>
            <a:lvl8pPr lvl="7" rtl="0">
              <a:spcBef>
                <a:spcPts val="0"/>
              </a:spcBef>
              <a:spcAft>
                <a:spcPts val="0"/>
              </a:spcAft>
              <a:buClr>
                <a:schemeClr val="accent1"/>
              </a:buClr>
              <a:buSzPts val="3800"/>
              <a:buNone/>
              <a:defRPr sz="3800">
                <a:solidFill>
                  <a:schemeClr val="accent1"/>
                </a:solidFill>
              </a:defRPr>
            </a:lvl8pPr>
            <a:lvl9pPr lvl="8" rtl="0">
              <a:spcBef>
                <a:spcPts val="0"/>
              </a:spcBef>
              <a:spcAft>
                <a:spcPts val="0"/>
              </a:spcAft>
              <a:buClr>
                <a:schemeClr val="accent1"/>
              </a:buClr>
              <a:buSzPts val="3800"/>
              <a:buNone/>
              <a:defRPr sz="3800">
                <a:solidFill>
                  <a:schemeClr val="accent1"/>
                </a:solidFill>
              </a:defRPr>
            </a:lvl9pPr>
          </a:lstStyle>
          <a:p>
            <a:r>
              <a:t>xx%</a:t>
            </a:r>
          </a:p>
        </p:txBody>
      </p:sp>
      <p:sp>
        <p:nvSpPr>
          <p:cNvPr id="95" name="Google Shape;95;p13"/>
          <p:cNvSpPr txBox="1">
            <a:spLocks noGrp="1"/>
          </p:cNvSpPr>
          <p:nvPr>
            <p:ph type="subTitle" idx="20"/>
          </p:nvPr>
        </p:nvSpPr>
        <p:spPr>
          <a:xfrm>
            <a:off x="5995500" y="3381200"/>
            <a:ext cx="2428500" cy="39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Font typeface="Archivo Black" panose="020B0A03020202020B04"/>
              <a:buNone/>
              <a:defRPr sz="1600">
                <a:solidFill>
                  <a:schemeClr val="accent2"/>
                </a:solidFill>
                <a:latin typeface="Archivo Black" panose="020B0A03020202020B04"/>
                <a:ea typeface="Archivo Black" panose="020B0A03020202020B04"/>
                <a:cs typeface="Archivo Black" panose="020B0A03020202020B04"/>
                <a:sym typeface="Archivo Black" panose="020B0A03020202020B04"/>
              </a:defRPr>
            </a:lvl1pPr>
            <a:lvl2pPr lvl="1" rtl="0">
              <a:lnSpc>
                <a:spcPct val="100000"/>
              </a:lnSpc>
              <a:spcBef>
                <a:spcPts val="1600"/>
              </a:spcBef>
              <a:spcAft>
                <a:spcPts val="0"/>
              </a:spcAft>
              <a:buClr>
                <a:schemeClr val="accent2"/>
              </a:buClr>
              <a:buSzPts val="1400"/>
              <a:buNone/>
              <a:defRPr>
                <a:solidFill>
                  <a:schemeClr val="accent2"/>
                </a:solidFill>
              </a:defRPr>
            </a:lvl2pPr>
            <a:lvl3pPr lvl="2" rtl="0">
              <a:lnSpc>
                <a:spcPct val="100000"/>
              </a:lnSpc>
              <a:spcBef>
                <a:spcPts val="1600"/>
              </a:spcBef>
              <a:spcAft>
                <a:spcPts val="0"/>
              </a:spcAft>
              <a:buClr>
                <a:schemeClr val="accent2"/>
              </a:buClr>
              <a:buSzPts val="1400"/>
              <a:buNone/>
              <a:defRPr>
                <a:solidFill>
                  <a:schemeClr val="accent2"/>
                </a:solidFill>
              </a:defRPr>
            </a:lvl3pPr>
            <a:lvl4pPr lvl="3" rtl="0">
              <a:lnSpc>
                <a:spcPct val="100000"/>
              </a:lnSpc>
              <a:spcBef>
                <a:spcPts val="1600"/>
              </a:spcBef>
              <a:spcAft>
                <a:spcPts val="0"/>
              </a:spcAft>
              <a:buClr>
                <a:schemeClr val="accent2"/>
              </a:buClr>
              <a:buSzPts val="1400"/>
              <a:buNone/>
              <a:defRPr>
                <a:solidFill>
                  <a:schemeClr val="accent2"/>
                </a:solidFill>
              </a:defRPr>
            </a:lvl4pPr>
            <a:lvl5pPr lvl="4" rtl="0">
              <a:lnSpc>
                <a:spcPct val="100000"/>
              </a:lnSpc>
              <a:spcBef>
                <a:spcPts val="1600"/>
              </a:spcBef>
              <a:spcAft>
                <a:spcPts val="0"/>
              </a:spcAft>
              <a:buClr>
                <a:schemeClr val="accent2"/>
              </a:buClr>
              <a:buSzPts val="1400"/>
              <a:buNone/>
              <a:defRPr>
                <a:solidFill>
                  <a:schemeClr val="accent2"/>
                </a:solidFill>
              </a:defRPr>
            </a:lvl5pPr>
            <a:lvl6pPr lvl="5" rtl="0">
              <a:lnSpc>
                <a:spcPct val="100000"/>
              </a:lnSpc>
              <a:spcBef>
                <a:spcPts val="1600"/>
              </a:spcBef>
              <a:spcAft>
                <a:spcPts val="0"/>
              </a:spcAft>
              <a:buClr>
                <a:schemeClr val="accent2"/>
              </a:buClr>
              <a:buSzPts val="1400"/>
              <a:buNone/>
              <a:defRPr>
                <a:solidFill>
                  <a:schemeClr val="accent2"/>
                </a:solidFill>
              </a:defRPr>
            </a:lvl6pPr>
            <a:lvl7pPr lvl="6" rtl="0">
              <a:lnSpc>
                <a:spcPct val="100000"/>
              </a:lnSpc>
              <a:spcBef>
                <a:spcPts val="1600"/>
              </a:spcBef>
              <a:spcAft>
                <a:spcPts val="0"/>
              </a:spcAft>
              <a:buClr>
                <a:schemeClr val="accent2"/>
              </a:buClr>
              <a:buSzPts val="1400"/>
              <a:buNone/>
              <a:defRPr>
                <a:solidFill>
                  <a:schemeClr val="accent2"/>
                </a:solidFill>
              </a:defRPr>
            </a:lvl7pPr>
            <a:lvl8pPr lvl="7" rtl="0">
              <a:lnSpc>
                <a:spcPct val="100000"/>
              </a:lnSpc>
              <a:spcBef>
                <a:spcPts val="1600"/>
              </a:spcBef>
              <a:spcAft>
                <a:spcPts val="0"/>
              </a:spcAft>
              <a:buClr>
                <a:schemeClr val="accent2"/>
              </a:buClr>
              <a:buSzPts val="1400"/>
              <a:buNone/>
              <a:defRPr>
                <a:solidFill>
                  <a:schemeClr val="accent2"/>
                </a:solidFill>
              </a:defRPr>
            </a:lvl8pPr>
            <a:lvl9pPr lvl="8" rtl="0">
              <a:lnSpc>
                <a:spcPct val="100000"/>
              </a:lnSpc>
              <a:spcBef>
                <a:spcPts val="1600"/>
              </a:spcBef>
              <a:spcAft>
                <a:spcPts val="1600"/>
              </a:spcAft>
              <a:buClr>
                <a:schemeClr val="accent2"/>
              </a:buClr>
              <a:buSzPts val="1400"/>
              <a:buNone/>
              <a:defRPr>
                <a:solidFill>
                  <a:schemeClr val="accent2"/>
                </a:solidFill>
              </a:defRPr>
            </a:lvl9pPr>
          </a:lstStyle>
          <a:p/>
        </p:txBody>
      </p:sp>
      <p:sp>
        <p:nvSpPr>
          <p:cNvPr id="96" name="Google Shape;96;p13"/>
          <p:cNvSpPr txBox="1">
            <a:spLocks noGrp="1"/>
          </p:cNvSpPr>
          <p:nvPr>
            <p:ph type="subTitle" idx="21"/>
          </p:nvPr>
        </p:nvSpPr>
        <p:spPr>
          <a:xfrm>
            <a:off x="5995500" y="3725600"/>
            <a:ext cx="2114400" cy="39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cxnSp>
        <p:nvCxnSpPr>
          <p:cNvPr id="97" name="Google Shape;97;p13"/>
          <p:cNvCxnSpPr/>
          <p:nvPr/>
        </p:nvCxnSpPr>
        <p:spPr>
          <a:xfrm>
            <a:off x="4983675" y="4125500"/>
            <a:ext cx="849600" cy="0"/>
          </a:xfrm>
          <a:prstGeom prst="straightConnector1">
            <a:avLst/>
          </a:prstGeom>
          <a:noFill/>
          <a:ln w="28575" cap="flat" cmpd="sng">
            <a:solidFill>
              <a:srgbClr val="FF9900"/>
            </a:solidFill>
            <a:prstDash val="solid"/>
            <a:round/>
            <a:headEnd type="none" w="med" len="med"/>
            <a:tailEnd type="none" w="med" len="med"/>
          </a:ln>
        </p:spPr>
      </p:cxnSp>
      <p:sp>
        <p:nvSpPr>
          <p:cNvPr id="98" name="Google Shape;98;p13"/>
          <p:cNvSpPr/>
          <p:nvPr/>
        </p:nvSpPr>
        <p:spPr>
          <a:xfrm flipH="1">
            <a:off x="7851950" y="4409019"/>
            <a:ext cx="2495400" cy="24954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 name="Google Shape;99;p13"/>
          <p:cNvSpPr/>
          <p:nvPr/>
        </p:nvSpPr>
        <p:spPr>
          <a:xfrm>
            <a:off x="1298025" y="165300"/>
            <a:ext cx="510000" cy="5100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 name="Google Shape;100;p13"/>
          <p:cNvSpPr/>
          <p:nvPr/>
        </p:nvSpPr>
        <p:spPr>
          <a:xfrm flipH="1">
            <a:off x="7525025" y="4834225"/>
            <a:ext cx="677100" cy="677100"/>
          </a:xfrm>
          <a:prstGeom prst="ellipse">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CUSTOM_2">
    <p:bg>
      <p:bgPr>
        <a:solidFill>
          <a:schemeClr val="lt1"/>
        </a:solidFill>
        <a:effectLst/>
      </p:bgPr>
    </p:bg>
    <p:spTree>
      <p:nvGrpSpPr>
        <p:cNvPr id="1" name="Shape 111"/>
        <p:cNvGrpSpPr/>
        <p:nvPr/>
      </p:nvGrpSpPr>
      <p:grpSpPr>
        <a:xfrm>
          <a:off x="0" y="0"/>
          <a:ext cx="0" cy="0"/>
          <a:chOff x="0" y="0"/>
          <a:chExt cx="0" cy="0"/>
        </a:xfrm>
      </p:grpSpPr>
      <p:sp>
        <p:nvSpPr>
          <p:cNvPr id="112" name="Google Shape;112;p15"/>
          <p:cNvSpPr txBox="1">
            <a:spLocks noGrp="1"/>
          </p:cNvSpPr>
          <p:nvPr>
            <p:ph type="title"/>
          </p:nvPr>
        </p:nvSpPr>
        <p:spPr>
          <a:xfrm>
            <a:off x="2629225" y="2632650"/>
            <a:ext cx="388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None/>
              <a:defRPr sz="2200"/>
            </a:lvl1pPr>
            <a:lvl2pPr lvl="1"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2pPr>
            <a:lvl3pPr lvl="2"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3pPr>
            <a:lvl4pPr lvl="3"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4pPr>
            <a:lvl5pPr lvl="4"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5pPr>
            <a:lvl6pPr lvl="5"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6pPr>
            <a:lvl7pPr lvl="6"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7pPr>
            <a:lvl8pPr lvl="7"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8pPr>
            <a:lvl9pPr lvl="8"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9pPr>
          </a:lstStyle>
          <a:p/>
        </p:txBody>
      </p:sp>
      <p:sp>
        <p:nvSpPr>
          <p:cNvPr id="113" name="Google Shape;113;p15"/>
          <p:cNvSpPr txBox="1">
            <a:spLocks noGrp="1"/>
          </p:cNvSpPr>
          <p:nvPr>
            <p:ph type="subTitle" idx="1"/>
          </p:nvPr>
        </p:nvSpPr>
        <p:spPr>
          <a:xfrm>
            <a:off x="1884900" y="1243650"/>
            <a:ext cx="5374200" cy="1894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None/>
              <a:defRPr sz="25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p:txBody>
      </p:sp>
      <p:sp>
        <p:nvSpPr>
          <p:cNvPr id="114" name="Google Shape;114;p15"/>
          <p:cNvSpPr/>
          <p:nvPr/>
        </p:nvSpPr>
        <p:spPr>
          <a:xfrm>
            <a:off x="-613700" y="-1267200"/>
            <a:ext cx="2495400" cy="24954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 name="Google Shape;115;p15"/>
          <p:cNvSpPr/>
          <p:nvPr/>
        </p:nvSpPr>
        <p:spPr>
          <a:xfrm rot="-2070199">
            <a:off x="8601974" y="4359895"/>
            <a:ext cx="510015" cy="510015"/>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 name="Google Shape;116;p15"/>
          <p:cNvSpPr/>
          <p:nvPr/>
        </p:nvSpPr>
        <p:spPr>
          <a:xfrm rot="-2069199">
            <a:off x="7799637" y="4650223"/>
            <a:ext cx="849855" cy="849855"/>
          </a:xfrm>
          <a:prstGeom prst="ellipse">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one column 1">
  <p:cSld name="CUSTOM_2_1">
    <p:bg>
      <p:bgPr>
        <a:solidFill>
          <a:schemeClr val="lt1"/>
        </a:solidFill>
        <a:effectLst/>
      </p:bgPr>
    </p:bg>
    <p:spTree>
      <p:nvGrpSpPr>
        <p:cNvPr id="1" name="Shape 117"/>
        <p:cNvGrpSpPr/>
        <p:nvPr/>
      </p:nvGrpSpPr>
      <p:grpSpPr>
        <a:xfrm>
          <a:off x="0" y="0"/>
          <a:ext cx="0" cy="0"/>
          <a:chOff x="0" y="0"/>
          <a:chExt cx="0" cy="0"/>
        </a:xfrm>
      </p:grpSpPr>
      <p:sp>
        <p:nvSpPr>
          <p:cNvPr id="118" name="Google Shape;118;p16"/>
          <p:cNvSpPr/>
          <p:nvPr/>
        </p:nvSpPr>
        <p:spPr>
          <a:xfrm rot="5400000">
            <a:off x="-2003850" y="-314675"/>
            <a:ext cx="6188400" cy="6285600"/>
          </a:xfrm>
          <a:prstGeom prst="round2SameRect">
            <a:avLst>
              <a:gd name="adj1" fmla="val 50000"/>
              <a:gd name="adj2" fmla="val 0"/>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 name="Google Shape;119;p16"/>
          <p:cNvSpPr txBox="1">
            <a:spLocks noGrp="1"/>
          </p:cNvSpPr>
          <p:nvPr>
            <p:ph type="title"/>
          </p:nvPr>
        </p:nvSpPr>
        <p:spPr>
          <a:xfrm>
            <a:off x="720000" y="1510225"/>
            <a:ext cx="2495400" cy="540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2pPr>
            <a:lvl3pPr lvl="2"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3pPr>
            <a:lvl4pPr lvl="3"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4pPr>
            <a:lvl5pPr lvl="4"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5pPr>
            <a:lvl6pPr lvl="5"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6pPr>
            <a:lvl7pPr lvl="6"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7pPr>
            <a:lvl8pPr lvl="7"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8pPr>
            <a:lvl9pPr lvl="8"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9pPr>
          </a:lstStyle>
          <a:p/>
        </p:txBody>
      </p:sp>
      <p:sp>
        <p:nvSpPr>
          <p:cNvPr id="120" name="Google Shape;120;p16"/>
          <p:cNvSpPr txBox="1">
            <a:spLocks noGrp="1"/>
          </p:cNvSpPr>
          <p:nvPr>
            <p:ph type="subTitle" idx="1"/>
          </p:nvPr>
        </p:nvSpPr>
        <p:spPr>
          <a:xfrm>
            <a:off x="720000" y="2098165"/>
            <a:ext cx="2574600" cy="145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21" name="Google Shape;121;p16"/>
          <p:cNvSpPr/>
          <p:nvPr/>
        </p:nvSpPr>
        <p:spPr>
          <a:xfrm flipH="1">
            <a:off x="6969800" y="4127425"/>
            <a:ext cx="2495400" cy="2495400"/>
          </a:xfrm>
          <a:prstGeom prst="ellipse">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 name="Google Shape;122;p16"/>
          <p:cNvSpPr/>
          <p:nvPr/>
        </p:nvSpPr>
        <p:spPr>
          <a:xfrm rot="-5400000" flipH="1">
            <a:off x="-476242" y="2570191"/>
            <a:ext cx="1333989" cy="4145553"/>
          </a:xfrm>
          <a:custGeom>
            <a:avLst/>
            <a:gdLst/>
            <a:ahLst/>
            <a:cxnLst/>
            <a:rect l="l" t="t" r="r" b="b"/>
            <a:pathLst>
              <a:path w="41808" h="92545" extrusionOk="0">
                <a:moveTo>
                  <a:pt x="41807" y="0"/>
                </a:moveTo>
                <a:cubicBezTo>
                  <a:pt x="41807" y="0"/>
                  <a:pt x="1" y="2687"/>
                  <a:pt x="6251" y="28395"/>
                </a:cubicBezTo>
                <a:cubicBezTo>
                  <a:pt x="8717" y="38543"/>
                  <a:pt x="22408" y="37842"/>
                  <a:pt x="16617" y="54437"/>
                </a:cubicBezTo>
                <a:cubicBezTo>
                  <a:pt x="12228" y="67009"/>
                  <a:pt x="29363" y="71594"/>
                  <a:pt x="27761" y="82441"/>
                </a:cubicBezTo>
                <a:cubicBezTo>
                  <a:pt x="26355" y="91961"/>
                  <a:pt x="38235" y="92544"/>
                  <a:pt x="41164" y="92544"/>
                </a:cubicBezTo>
                <a:cubicBezTo>
                  <a:pt x="41573" y="92544"/>
                  <a:pt x="41807" y="92533"/>
                  <a:pt x="41807" y="92533"/>
                </a:cubicBezTo>
                <a:lnTo>
                  <a:pt x="418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123" name="Google Shape;123;p16"/>
          <p:cNvPicPr preferRelativeResize="0"/>
          <p:nvPr/>
        </p:nvPicPr>
        <p:blipFill>
          <a:blip r:embed="rId2"/>
          <a:stretch>
            <a:fillRect/>
          </a:stretch>
        </p:blipFill>
        <p:spPr>
          <a:xfrm>
            <a:off x="12952" y="4662672"/>
            <a:ext cx="2032275" cy="44347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1">
  <p:cSld name="CUSTOM_7">
    <p:spTree>
      <p:nvGrpSpPr>
        <p:cNvPr id="1" name="Shape 138"/>
        <p:cNvGrpSpPr/>
        <p:nvPr/>
      </p:nvGrpSpPr>
      <p:grpSpPr>
        <a:xfrm>
          <a:off x="0" y="0"/>
          <a:ext cx="0" cy="0"/>
          <a:chOff x="0" y="0"/>
          <a:chExt cx="0" cy="0"/>
        </a:xfrm>
      </p:grpSpPr>
      <p:sp>
        <p:nvSpPr>
          <p:cNvPr id="139" name="Google Shape;139;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2pPr>
            <a:lvl3pPr lvl="2"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3pPr>
            <a:lvl4pPr lvl="3"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4pPr>
            <a:lvl5pPr lvl="4"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5pPr>
            <a:lvl6pPr lvl="5"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6pPr>
            <a:lvl7pPr lvl="6"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7pPr>
            <a:lvl8pPr lvl="7"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8pPr>
            <a:lvl9pPr lvl="8"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9pPr>
          </a:lstStyle>
          <a:p/>
        </p:txBody>
      </p:sp>
      <p:sp>
        <p:nvSpPr>
          <p:cNvPr id="140" name="Google Shape;140;p18"/>
          <p:cNvSpPr/>
          <p:nvPr/>
        </p:nvSpPr>
        <p:spPr>
          <a:xfrm flipH="1">
            <a:off x="1511375" y="244173"/>
            <a:ext cx="514200" cy="5142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 name="Google Shape;141;p18"/>
          <p:cNvSpPr/>
          <p:nvPr/>
        </p:nvSpPr>
        <p:spPr>
          <a:xfrm rot="4500076">
            <a:off x="7233323" y="2273000"/>
            <a:ext cx="1919582" cy="5215154"/>
          </a:xfrm>
          <a:custGeom>
            <a:avLst/>
            <a:gdLst/>
            <a:ahLst/>
            <a:cxnLst/>
            <a:rect l="l" t="t" r="r" b="b"/>
            <a:pathLst>
              <a:path w="41808" h="92545" extrusionOk="0">
                <a:moveTo>
                  <a:pt x="41807" y="0"/>
                </a:moveTo>
                <a:cubicBezTo>
                  <a:pt x="41807" y="0"/>
                  <a:pt x="1" y="2687"/>
                  <a:pt x="6251" y="28395"/>
                </a:cubicBezTo>
                <a:cubicBezTo>
                  <a:pt x="8717" y="38543"/>
                  <a:pt x="22408" y="37842"/>
                  <a:pt x="16617" y="54437"/>
                </a:cubicBezTo>
                <a:cubicBezTo>
                  <a:pt x="12228" y="67009"/>
                  <a:pt x="29363" y="71594"/>
                  <a:pt x="27761" y="82441"/>
                </a:cubicBezTo>
                <a:cubicBezTo>
                  <a:pt x="26355" y="91961"/>
                  <a:pt x="38235" y="92544"/>
                  <a:pt x="41164" y="92544"/>
                </a:cubicBezTo>
                <a:cubicBezTo>
                  <a:pt x="41573" y="92544"/>
                  <a:pt x="41807" y="92533"/>
                  <a:pt x="41807" y="92533"/>
                </a:cubicBezTo>
                <a:lnTo>
                  <a:pt x="41807" y="0"/>
                </a:lnTo>
                <a:close/>
              </a:path>
            </a:pathLst>
          </a:cu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p:cSld name="CUSTOM_5">
    <p:bg>
      <p:bgPr>
        <a:solidFill>
          <a:srgbClr val="FF9900"/>
        </a:solidFill>
        <a:effectLst/>
      </p:bgPr>
    </p:bg>
    <p:spTree>
      <p:nvGrpSpPr>
        <p:cNvPr id="1" name="Shape 142"/>
        <p:cNvGrpSpPr/>
        <p:nvPr/>
      </p:nvGrpSpPr>
      <p:grpSpPr>
        <a:xfrm>
          <a:off x="0" y="0"/>
          <a:ext cx="0" cy="0"/>
          <a:chOff x="0" y="0"/>
          <a:chExt cx="0" cy="0"/>
        </a:xfrm>
      </p:grpSpPr>
      <p:sp>
        <p:nvSpPr>
          <p:cNvPr id="143" name="Google Shape;143;p19"/>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800"/>
              <a:buNone/>
              <a:defRPr>
                <a:solidFill>
                  <a:schemeClr val="lt1"/>
                </a:solidFill>
              </a:defRPr>
            </a:lvl1pPr>
            <a:lvl2pPr lvl="1"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2pPr>
            <a:lvl3pPr lvl="2"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3pPr>
            <a:lvl4pPr lvl="3"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4pPr>
            <a:lvl5pPr lvl="4"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5pPr>
            <a:lvl6pPr lvl="5"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6pPr>
            <a:lvl7pPr lvl="6"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7pPr>
            <a:lvl8pPr lvl="7"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8pPr>
            <a:lvl9pPr lvl="8" algn="ctr" rtl="0">
              <a:spcBef>
                <a:spcPts val="0"/>
              </a:spcBef>
              <a:spcAft>
                <a:spcPts val="0"/>
              </a:spcAft>
              <a:buClr>
                <a:schemeClr val="lt1"/>
              </a:buClr>
              <a:buSzPts val="3000"/>
              <a:buFont typeface="Archivo Black" panose="020B0A03020202020B04"/>
              <a:buNone/>
              <a:defRPr sz="3000">
                <a:solidFill>
                  <a:schemeClr val="lt1"/>
                </a:solidFill>
                <a:latin typeface="Archivo Black" panose="020B0A03020202020B04"/>
                <a:ea typeface="Archivo Black" panose="020B0A03020202020B04"/>
                <a:cs typeface="Archivo Black" panose="020B0A03020202020B04"/>
                <a:sym typeface="Archivo Black" panose="020B0A03020202020B04"/>
              </a:defRPr>
            </a:lvl9pPr>
          </a:lstStyle>
          <a:p/>
        </p:txBody>
      </p:sp>
      <p:sp>
        <p:nvSpPr>
          <p:cNvPr id="144" name="Google Shape;144;p19"/>
          <p:cNvSpPr txBox="1">
            <a:spLocks noGrp="1"/>
          </p:cNvSpPr>
          <p:nvPr>
            <p:ph type="subTitle" idx="1"/>
          </p:nvPr>
        </p:nvSpPr>
        <p:spPr>
          <a:xfrm>
            <a:off x="975650" y="1834350"/>
            <a:ext cx="2428500" cy="39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600"/>
              <a:buFont typeface="Archivo Black" panose="020B0A03020202020B04"/>
              <a:buNone/>
              <a:defRPr sz="1600">
                <a:solidFill>
                  <a:schemeClr val="lt1"/>
                </a:solidFill>
                <a:latin typeface="Archivo Black" panose="020B0A03020202020B04"/>
                <a:ea typeface="Archivo Black" panose="020B0A03020202020B04"/>
                <a:cs typeface="Archivo Black" panose="020B0A03020202020B04"/>
                <a:sym typeface="Archivo Black" panose="020B0A03020202020B04"/>
              </a:defRPr>
            </a:lvl1pPr>
            <a:lvl2pPr lvl="1" algn="ctr" rtl="0">
              <a:lnSpc>
                <a:spcPct val="100000"/>
              </a:lnSpc>
              <a:spcBef>
                <a:spcPts val="1600"/>
              </a:spcBef>
              <a:spcAft>
                <a:spcPts val="0"/>
              </a:spcAft>
              <a:buClr>
                <a:schemeClr val="lt1"/>
              </a:buClr>
              <a:buSzPts val="1400"/>
              <a:buNone/>
              <a:defRPr>
                <a:solidFill>
                  <a:schemeClr val="lt1"/>
                </a:solidFill>
              </a:defRPr>
            </a:lvl2pPr>
            <a:lvl3pPr lvl="2" algn="ctr" rtl="0">
              <a:lnSpc>
                <a:spcPct val="100000"/>
              </a:lnSpc>
              <a:spcBef>
                <a:spcPts val="1600"/>
              </a:spcBef>
              <a:spcAft>
                <a:spcPts val="0"/>
              </a:spcAft>
              <a:buClr>
                <a:schemeClr val="lt1"/>
              </a:buClr>
              <a:buSzPts val="1400"/>
              <a:buNone/>
              <a:defRPr>
                <a:solidFill>
                  <a:schemeClr val="lt1"/>
                </a:solidFill>
              </a:defRPr>
            </a:lvl3pPr>
            <a:lvl4pPr lvl="3" algn="ctr" rtl="0">
              <a:lnSpc>
                <a:spcPct val="100000"/>
              </a:lnSpc>
              <a:spcBef>
                <a:spcPts val="1600"/>
              </a:spcBef>
              <a:spcAft>
                <a:spcPts val="0"/>
              </a:spcAft>
              <a:buClr>
                <a:schemeClr val="lt1"/>
              </a:buClr>
              <a:buSzPts val="1400"/>
              <a:buNone/>
              <a:defRPr>
                <a:solidFill>
                  <a:schemeClr val="lt1"/>
                </a:solidFill>
              </a:defRPr>
            </a:lvl4pPr>
            <a:lvl5pPr lvl="4" algn="ctr" rtl="0">
              <a:lnSpc>
                <a:spcPct val="100000"/>
              </a:lnSpc>
              <a:spcBef>
                <a:spcPts val="1600"/>
              </a:spcBef>
              <a:spcAft>
                <a:spcPts val="0"/>
              </a:spcAft>
              <a:buClr>
                <a:schemeClr val="lt1"/>
              </a:buClr>
              <a:buSzPts val="1400"/>
              <a:buNone/>
              <a:defRPr>
                <a:solidFill>
                  <a:schemeClr val="lt1"/>
                </a:solidFill>
              </a:defRPr>
            </a:lvl5pPr>
            <a:lvl6pPr lvl="5" algn="ctr" rtl="0">
              <a:lnSpc>
                <a:spcPct val="100000"/>
              </a:lnSpc>
              <a:spcBef>
                <a:spcPts val="1600"/>
              </a:spcBef>
              <a:spcAft>
                <a:spcPts val="0"/>
              </a:spcAft>
              <a:buClr>
                <a:schemeClr val="lt1"/>
              </a:buClr>
              <a:buSzPts val="1400"/>
              <a:buNone/>
              <a:defRPr>
                <a:solidFill>
                  <a:schemeClr val="lt1"/>
                </a:solidFill>
              </a:defRPr>
            </a:lvl6pPr>
            <a:lvl7pPr lvl="6" algn="ctr" rtl="0">
              <a:lnSpc>
                <a:spcPct val="100000"/>
              </a:lnSpc>
              <a:spcBef>
                <a:spcPts val="1600"/>
              </a:spcBef>
              <a:spcAft>
                <a:spcPts val="0"/>
              </a:spcAft>
              <a:buClr>
                <a:schemeClr val="lt1"/>
              </a:buClr>
              <a:buSzPts val="1400"/>
              <a:buNone/>
              <a:defRPr>
                <a:solidFill>
                  <a:schemeClr val="lt1"/>
                </a:solidFill>
              </a:defRPr>
            </a:lvl7pPr>
            <a:lvl8pPr lvl="7" algn="ctr" rtl="0">
              <a:lnSpc>
                <a:spcPct val="100000"/>
              </a:lnSpc>
              <a:spcBef>
                <a:spcPts val="1600"/>
              </a:spcBef>
              <a:spcAft>
                <a:spcPts val="0"/>
              </a:spcAft>
              <a:buClr>
                <a:schemeClr val="lt1"/>
              </a:buClr>
              <a:buSzPts val="1400"/>
              <a:buNone/>
              <a:defRPr>
                <a:solidFill>
                  <a:schemeClr val="lt1"/>
                </a:solidFill>
              </a:defRPr>
            </a:lvl8pPr>
            <a:lvl9pPr lvl="8" algn="ctr" rtl="0">
              <a:lnSpc>
                <a:spcPct val="100000"/>
              </a:lnSpc>
              <a:spcBef>
                <a:spcPts val="1600"/>
              </a:spcBef>
              <a:spcAft>
                <a:spcPts val="1600"/>
              </a:spcAft>
              <a:buClr>
                <a:schemeClr val="lt1"/>
              </a:buClr>
              <a:buSzPts val="1400"/>
              <a:buNone/>
              <a:defRPr>
                <a:solidFill>
                  <a:schemeClr val="lt1"/>
                </a:solidFill>
              </a:defRPr>
            </a:lvl9pPr>
          </a:lstStyle>
          <a:p/>
        </p:txBody>
      </p:sp>
      <p:sp>
        <p:nvSpPr>
          <p:cNvPr id="145" name="Google Shape;145;p19"/>
          <p:cNvSpPr txBox="1">
            <a:spLocks noGrp="1"/>
          </p:cNvSpPr>
          <p:nvPr>
            <p:ph type="subTitle" idx="2"/>
          </p:nvPr>
        </p:nvSpPr>
        <p:spPr>
          <a:xfrm>
            <a:off x="1132700" y="2178750"/>
            <a:ext cx="2114400" cy="520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1400"/>
              <a:buNone/>
              <a:defRPr>
                <a:solidFill>
                  <a:schemeClr val="lt1"/>
                </a:solidFill>
              </a:defRPr>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p:txBody>
      </p:sp>
      <p:sp>
        <p:nvSpPr>
          <p:cNvPr id="146" name="Google Shape;146;p19"/>
          <p:cNvSpPr txBox="1">
            <a:spLocks noGrp="1"/>
          </p:cNvSpPr>
          <p:nvPr>
            <p:ph type="subTitle" idx="3"/>
          </p:nvPr>
        </p:nvSpPr>
        <p:spPr>
          <a:xfrm>
            <a:off x="5739838" y="1834350"/>
            <a:ext cx="2428500" cy="39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600"/>
              <a:buFont typeface="Archivo Black" panose="020B0A03020202020B04"/>
              <a:buNone/>
              <a:defRPr sz="1600">
                <a:solidFill>
                  <a:schemeClr val="lt1"/>
                </a:solidFill>
                <a:latin typeface="Archivo Black" panose="020B0A03020202020B04"/>
                <a:ea typeface="Archivo Black" panose="020B0A03020202020B04"/>
                <a:cs typeface="Archivo Black" panose="020B0A03020202020B04"/>
                <a:sym typeface="Archivo Black" panose="020B0A03020202020B04"/>
              </a:defRPr>
            </a:lvl1pPr>
            <a:lvl2pPr lvl="1" algn="ctr" rtl="0">
              <a:lnSpc>
                <a:spcPct val="100000"/>
              </a:lnSpc>
              <a:spcBef>
                <a:spcPts val="1600"/>
              </a:spcBef>
              <a:spcAft>
                <a:spcPts val="0"/>
              </a:spcAft>
              <a:buClr>
                <a:schemeClr val="lt1"/>
              </a:buClr>
              <a:buSzPts val="1400"/>
              <a:buNone/>
              <a:defRPr>
                <a:solidFill>
                  <a:schemeClr val="lt1"/>
                </a:solidFill>
              </a:defRPr>
            </a:lvl2pPr>
            <a:lvl3pPr lvl="2" algn="ctr" rtl="0">
              <a:lnSpc>
                <a:spcPct val="100000"/>
              </a:lnSpc>
              <a:spcBef>
                <a:spcPts val="1600"/>
              </a:spcBef>
              <a:spcAft>
                <a:spcPts val="0"/>
              </a:spcAft>
              <a:buClr>
                <a:schemeClr val="lt1"/>
              </a:buClr>
              <a:buSzPts val="1400"/>
              <a:buNone/>
              <a:defRPr>
                <a:solidFill>
                  <a:schemeClr val="lt1"/>
                </a:solidFill>
              </a:defRPr>
            </a:lvl3pPr>
            <a:lvl4pPr lvl="3" algn="ctr" rtl="0">
              <a:lnSpc>
                <a:spcPct val="100000"/>
              </a:lnSpc>
              <a:spcBef>
                <a:spcPts val="1600"/>
              </a:spcBef>
              <a:spcAft>
                <a:spcPts val="0"/>
              </a:spcAft>
              <a:buClr>
                <a:schemeClr val="lt1"/>
              </a:buClr>
              <a:buSzPts val="1400"/>
              <a:buNone/>
              <a:defRPr>
                <a:solidFill>
                  <a:schemeClr val="lt1"/>
                </a:solidFill>
              </a:defRPr>
            </a:lvl4pPr>
            <a:lvl5pPr lvl="4" algn="ctr" rtl="0">
              <a:lnSpc>
                <a:spcPct val="100000"/>
              </a:lnSpc>
              <a:spcBef>
                <a:spcPts val="1600"/>
              </a:spcBef>
              <a:spcAft>
                <a:spcPts val="0"/>
              </a:spcAft>
              <a:buClr>
                <a:schemeClr val="lt1"/>
              </a:buClr>
              <a:buSzPts val="1400"/>
              <a:buNone/>
              <a:defRPr>
                <a:solidFill>
                  <a:schemeClr val="lt1"/>
                </a:solidFill>
              </a:defRPr>
            </a:lvl5pPr>
            <a:lvl6pPr lvl="5" algn="ctr" rtl="0">
              <a:lnSpc>
                <a:spcPct val="100000"/>
              </a:lnSpc>
              <a:spcBef>
                <a:spcPts val="1600"/>
              </a:spcBef>
              <a:spcAft>
                <a:spcPts val="0"/>
              </a:spcAft>
              <a:buClr>
                <a:schemeClr val="lt1"/>
              </a:buClr>
              <a:buSzPts val="1400"/>
              <a:buNone/>
              <a:defRPr>
                <a:solidFill>
                  <a:schemeClr val="lt1"/>
                </a:solidFill>
              </a:defRPr>
            </a:lvl6pPr>
            <a:lvl7pPr lvl="6" algn="ctr" rtl="0">
              <a:lnSpc>
                <a:spcPct val="100000"/>
              </a:lnSpc>
              <a:spcBef>
                <a:spcPts val="1600"/>
              </a:spcBef>
              <a:spcAft>
                <a:spcPts val="0"/>
              </a:spcAft>
              <a:buClr>
                <a:schemeClr val="lt1"/>
              </a:buClr>
              <a:buSzPts val="1400"/>
              <a:buNone/>
              <a:defRPr>
                <a:solidFill>
                  <a:schemeClr val="lt1"/>
                </a:solidFill>
              </a:defRPr>
            </a:lvl7pPr>
            <a:lvl8pPr lvl="7" algn="ctr" rtl="0">
              <a:lnSpc>
                <a:spcPct val="100000"/>
              </a:lnSpc>
              <a:spcBef>
                <a:spcPts val="1600"/>
              </a:spcBef>
              <a:spcAft>
                <a:spcPts val="0"/>
              </a:spcAft>
              <a:buClr>
                <a:schemeClr val="lt1"/>
              </a:buClr>
              <a:buSzPts val="1400"/>
              <a:buNone/>
              <a:defRPr>
                <a:solidFill>
                  <a:schemeClr val="lt1"/>
                </a:solidFill>
              </a:defRPr>
            </a:lvl8pPr>
            <a:lvl9pPr lvl="8" algn="ctr" rtl="0">
              <a:lnSpc>
                <a:spcPct val="100000"/>
              </a:lnSpc>
              <a:spcBef>
                <a:spcPts val="1600"/>
              </a:spcBef>
              <a:spcAft>
                <a:spcPts val="1600"/>
              </a:spcAft>
              <a:buClr>
                <a:schemeClr val="lt1"/>
              </a:buClr>
              <a:buSzPts val="1400"/>
              <a:buNone/>
              <a:defRPr>
                <a:solidFill>
                  <a:schemeClr val="lt1"/>
                </a:solidFill>
              </a:defRPr>
            </a:lvl9pPr>
          </a:lstStyle>
          <a:p/>
        </p:txBody>
      </p:sp>
      <p:sp>
        <p:nvSpPr>
          <p:cNvPr id="147" name="Google Shape;147;p19"/>
          <p:cNvSpPr txBox="1">
            <a:spLocks noGrp="1"/>
          </p:cNvSpPr>
          <p:nvPr>
            <p:ph type="subTitle" idx="4"/>
          </p:nvPr>
        </p:nvSpPr>
        <p:spPr>
          <a:xfrm>
            <a:off x="5896888" y="2178750"/>
            <a:ext cx="2114400" cy="520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1400"/>
              <a:buNone/>
              <a:defRPr>
                <a:solidFill>
                  <a:schemeClr val="lt1"/>
                </a:solidFill>
              </a:defRPr>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p:txBody>
      </p:sp>
      <p:sp>
        <p:nvSpPr>
          <p:cNvPr id="148" name="Google Shape;148;p19"/>
          <p:cNvSpPr txBox="1">
            <a:spLocks noGrp="1"/>
          </p:cNvSpPr>
          <p:nvPr>
            <p:ph type="subTitle" idx="5"/>
          </p:nvPr>
        </p:nvSpPr>
        <p:spPr>
          <a:xfrm>
            <a:off x="975650" y="3509700"/>
            <a:ext cx="2428500" cy="39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600"/>
              <a:buFont typeface="Archivo Black" panose="020B0A03020202020B04"/>
              <a:buNone/>
              <a:defRPr sz="1600">
                <a:solidFill>
                  <a:schemeClr val="lt1"/>
                </a:solidFill>
                <a:latin typeface="Archivo Black" panose="020B0A03020202020B04"/>
                <a:ea typeface="Archivo Black" panose="020B0A03020202020B04"/>
                <a:cs typeface="Archivo Black" panose="020B0A03020202020B04"/>
                <a:sym typeface="Archivo Black" panose="020B0A03020202020B04"/>
              </a:defRPr>
            </a:lvl1pPr>
            <a:lvl2pPr lvl="1" algn="ctr" rtl="0">
              <a:lnSpc>
                <a:spcPct val="100000"/>
              </a:lnSpc>
              <a:spcBef>
                <a:spcPts val="1600"/>
              </a:spcBef>
              <a:spcAft>
                <a:spcPts val="0"/>
              </a:spcAft>
              <a:buClr>
                <a:schemeClr val="lt1"/>
              </a:buClr>
              <a:buSzPts val="1400"/>
              <a:buNone/>
              <a:defRPr>
                <a:solidFill>
                  <a:schemeClr val="lt1"/>
                </a:solidFill>
              </a:defRPr>
            </a:lvl2pPr>
            <a:lvl3pPr lvl="2" algn="ctr" rtl="0">
              <a:lnSpc>
                <a:spcPct val="100000"/>
              </a:lnSpc>
              <a:spcBef>
                <a:spcPts val="1600"/>
              </a:spcBef>
              <a:spcAft>
                <a:spcPts val="0"/>
              </a:spcAft>
              <a:buClr>
                <a:schemeClr val="lt1"/>
              </a:buClr>
              <a:buSzPts val="1400"/>
              <a:buNone/>
              <a:defRPr>
                <a:solidFill>
                  <a:schemeClr val="lt1"/>
                </a:solidFill>
              </a:defRPr>
            </a:lvl3pPr>
            <a:lvl4pPr lvl="3" algn="ctr" rtl="0">
              <a:lnSpc>
                <a:spcPct val="100000"/>
              </a:lnSpc>
              <a:spcBef>
                <a:spcPts val="1600"/>
              </a:spcBef>
              <a:spcAft>
                <a:spcPts val="0"/>
              </a:spcAft>
              <a:buClr>
                <a:schemeClr val="lt1"/>
              </a:buClr>
              <a:buSzPts val="1400"/>
              <a:buNone/>
              <a:defRPr>
                <a:solidFill>
                  <a:schemeClr val="lt1"/>
                </a:solidFill>
              </a:defRPr>
            </a:lvl4pPr>
            <a:lvl5pPr lvl="4" algn="ctr" rtl="0">
              <a:lnSpc>
                <a:spcPct val="100000"/>
              </a:lnSpc>
              <a:spcBef>
                <a:spcPts val="1600"/>
              </a:spcBef>
              <a:spcAft>
                <a:spcPts val="0"/>
              </a:spcAft>
              <a:buClr>
                <a:schemeClr val="lt1"/>
              </a:buClr>
              <a:buSzPts val="1400"/>
              <a:buNone/>
              <a:defRPr>
                <a:solidFill>
                  <a:schemeClr val="lt1"/>
                </a:solidFill>
              </a:defRPr>
            </a:lvl5pPr>
            <a:lvl6pPr lvl="5" algn="ctr" rtl="0">
              <a:lnSpc>
                <a:spcPct val="100000"/>
              </a:lnSpc>
              <a:spcBef>
                <a:spcPts val="1600"/>
              </a:spcBef>
              <a:spcAft>
                <a:spcPts val="0"/>
              </a:spcAft>
              <a:buClr>
                <a:schemeClr val="lt1"/>
              </a:buClr>
              <a:buSzPts val="1400"/>
              <a:buNone/>
              <a:defRPr>
                <a:solidFill>
                  <a:schemeClr val="lt1"/>
                </a:solidFill>
              </a:defRPr>
            </a:lvl6pPr>
            <a:lvl7pPr lvl="6" algn="ctr" rtl="0">
              <a:lnSpc>
                <a:spcPct val="100000"/>
              </a:lnSpc>
              <a:spcBef>
                <a:spcPts val="1600"/>
              </a:spcBef>
              <a:spcAft>
                <a:spcPts val="0"/>
              </a:spcAft>
              <a:buClr>
                <a:schemeClr val="lt1"/>
              </a:buClr>
              <a:buSzPts val="1400"/>
              <a:buNone/>
              <a:defRPr>
                <a:solidFill>
                  <a:schemeClr val="lt1"/>
                </a:solidFill>
              </a:defRPr>
            </a:lvl7pPr>
            <a:lvl8pPr lvl="7" algn="ctr" rtl="0">
              <a:lnSpc>
                <a:spcPct val="100000"/>
              </a:lnSpc>
              <a:spcBef>
                <a:spcPts val="1600"/>
              </a:spcBef>
              <a:spcAft>
                <a:spcPts val="0"/>
              </a:spcAft>
              <a:buClr>
                <a:schemeClr val="lt1"/>
              </a:buClr>
              <a:buSzPts val="1400"/>
              <a:buNone/>
              <a:defRPr>
                <a:solidFill>
                  <a:schemeClr val="lt1"/>
                </a:solidFill>
              </a:defRPr>
            </a:lvl8pPr>
            <a:lvl9pPr lvl="8" algn="ctr" rtl="0">
              <a:lnSpc>
                <a:spcPct val="100000"/>
              </a:lnSpc>
              <a:spcBef>
                <a:spcPts val="1600"/>
              </a:spcBef>
              <a:spcAft>
                <a:spcPts val="1600"/>
              </a:spcAft>
              <a:buClr>
                <a:schemeClr val="lt1"/>
              </a:buClr>
              <a:buSzPts val="1400"/>
              <a:buNone/>
              <a:defRPr>
                <a:solidFill>
                  <a:schemeClr val="lt1"/>
                </a:solidFill>
              </a:defRPr>
            </a:lvl9pPr>
          </a:lstStyle>
          <a:p/>
        </p:txBody>
      </p:sp>
      <p:sp>
        <p:nvSpPr>
          <p:cNvPr id="149" name="Google Shape;149;p19"/>
          <p:cNvSpPr txBox="1">
            <a:spLocks noGrp="1"/>
          </p:cNvSpPr>
          <p:nvPr>
            <p:ph type="subTitle" idx="6"/>
          </p:nvPr>
        </p:nvSpPr>
        <p:spPr>
          <a:xfrm>
            <a:off x="1132700" y="3854100"/>
            <a:ext cx="2114400" cy="520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1400"/>
              <a:buNone/>
              <a:defRPr>
                <a:solidFill>
                  <a:schemeClr val="lt1"/>
                </a:solidFill>
              </a:defRPr>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p:txBody>
      </p:sp>
      <p:sp>
        <p:nvSpPr>
          <p:cNvPr id="150" name="Google Shape;150;p19"/>
          <p:cNvSpPr txBox="1">
            <a:spLocks noGrp="1"/>
          </p:cNvSpPr>
          <p:nvPr>
            <p:ph type="subTitle" idx="7"/>
          </p:nvPr>
        </p:nvSpPr>
        <p:spPr>
          <a:xfrm>
            <a:off x="5739838" y="3509700"/>
            <a:ext cx="2428500" cy="39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600"/>
              <a:buFont typeface="Archivo Black" panose="020B0A03020202020B04"/>
              <a:buNone/>
              <a:defRPr sz="1600">
                <a:solidFill>
                  <a:schemeClr val="lt1"/>
                </a:solidFill>
                <a:latin typeface="Archivo Black" panose="020B0A03020202020B04"/>
                <a:ea typeface="Archivo Black" panose="020B0A03020202020B04"/>
                <a:cs typeface="Archivo Black" panose="020B0A03020202020B04"/>
                <a:sym typeface="Archivo Black" panose="020B0A03020202020B04"/>
              </a:defRPr>
            </a:lvl1pPr>
            <a:lvl2pPr lvl="1" algn="ctr" rtl="0">
              <a:lnSpc>
                <a:spcPct val="100000"/>
              </a:lnSpc>
              <a:spcBef>
                <a:spcPts val="1600"/>
              </a:spcBef>
              <a:spcAft>
                <a:spcPts val="0"/>
              </a:spcAft>
              <a:buClr>
                <a:schemeClr val="lt1"/>
              </a:buClr>
              <a:buSzPts val="1400"/>
              <a:buNone/>
              <a:defRPr>
                <a:solidFill>
                  <a:schemeClr val="lt1"/>
                </a:solidFill>
              </a:defRPr>
            </a:lvl2pPr>
            <a:lvl3pPr lvl="2" algn="ctr" rtl="0">
              <a:lnSpc>
                <a:spcPct val="100000"/>
              </a:lnSpc>
              <a:spcBef>
                <a:spcPts val="1600"/>
              </a:spcBef>
              <a:spcAft>
                <a:spcPts val="0"/>
              </a:spcAft>
              <a:buClr>
                <a:schemeClr val="lt1"/>
              </a:buClr>
              <a:buSzPts val="1400"/>
              <a:buNone/>
              <a:defRPr>
                <a:solidFill>
                  <a:schemeClr val="lt1"/>
                </a:solidFill>
              </a:defRPr>
            </a:lvl3pPr>
            <a:lvl4pPr lvl="3" algn="ctr" rtl="0">
              <a:lnSpc>
                <a:spcPct val="100000"/>
              </a:lnSpc>
              <a:spcBef>
                <a:spcPts val="1600"/>
              </a:spcBef>
              <a:spcAft>
                <a:spcPts val="0"/>
              </a:spcAft>
              <a:buClr>
                <a:schemeClr val="lt1"/>
              </a:buClr>
              <a:buSzPts val="1400"/>
              <a:buNone/>
              <a:defRPr>
                <a:solidFill>
                  <a:schemeClr val="lt1"/>
                </a:solidFill>
              </a:defRPr>
            </a:lvl4pPr>
            <a:lvl5pPr lvl="4" algn="ctr" rtl="0">
              <a:lnSpc>
                <a:spcPct val="100000"/>
              </a:lnSpc>
              <a:spcBef>
                <a:spcPts val="1600"/>
              </a:spcBef>
              <a:spcAft>
                <a:spcPts val="0"/>
              </a:spcAft>
              <a:buClr>
                <a:schemeClr val="lt1"/>
              </a:buClr>
              <a:buSzPts val="1400"/>
              <a:buNone/>
              <a:defRPr>
                <a:solidFill>
                  <a:schemeClr val="lt1"/>
                </a:solidFill>
              </a:defRPr>
            </a:lvl5pPr>
            <a:lvl6pPr lvl="5" algn="ctr" rtl="0">
              <a:lnSpc>
                <a:spcPct val="100000"/>
              </a:lnSpc>
              <a:spcBef>
                <a:spcPts val="1600"/>
              </a:spcBef>
              <a:spcAft>
                <a:spcPts val="0"/>
              </a:spcAft>
              <a:buClr>
                <a:schemeClr val="lt1"/>
              </a:buClr>
              <a:buSzPts val="1400"/>
              <a:buNone/>
              <a:defRPr>
                <a:solidFill>
                  <a:schemeClr val="lt1"/>
                </a:solidFill>
              </a:defRPr>
            </a:lvl6pPr>
            <a:lvl7pPr lvl="6" algn="ctr" rtl="0">
              <a:lnSpc>
                <a:spcPct val="100000"/>
              </a:lnSpc>
              <a:spcBef>
                <a:spcPts val="1600"/>
              </a:spcBef>
              <a:spcAft>
                <a:spcPts val="0"/>
              </a:spcAft>
              <a:buClr>
                <a:schemeClr val="lt1"/>
              </a:buClr>
              <a:buSzPts val="1400"/>
              <a:buNone/>
              <a:defRPr>
                <a:solidFill>
                  <a:schemeClr val="lt1"/>
                </a:solidFill>
              </a:defRPr>
            </a:lvl7pPr>
            <a:lvl8pPr lvl="7" algn="ctr" rtl="0">
              <a:lnSpc>
                <a:spcPct val="100000"/>
              </a:lnSpc>
              <a:spcBef>
                <a:spcPts val="1600"/>
              </a:spcBef>
              <a:spcAft>
                <a:spcPts val="0"/>
              </a:spcAft>
              <a:buClr>
                <a:schemeClr val="lt1"/>
              </a:buClr>
              <a:buSzPts val="1400"/>
              <a:buNone/>
              <a:defRPr>
                <a:solidFill>
                  <a:schemeClr val="lt1"/>
                </a:solidFill>
              </a:defRPr>
            </a:lvl8pPr>
            <a:lvl9pPr lvl="8" algn="ctr" rtl="0">
              <a:lnSpc>
                <a:spcPct val="100000"/>
              </a:lnSpc>
              <a:spcBef>
                <a:spcPts val="1600"/>
              </a:spcBef>
              <a:spcAft>
                <a:spcPts val="1600"/>
              </a:spcAft>
              <a:buClr>
                <a:schemeClr val="lt1"/>
              </a:buClr>
              <a:buSzPts val="1400"/>
              <a:buNone/>
              <a:defRPr>
                <a:solidFill>
                  <a:schemeClr val="lt1"/>
                </a:solidFill>
              </a:defRPr>
            </a:lvl9pPr>
          </a:lstStyle>
          <a:p/>
        </p:txBody>
      </p:sp>
      <p:sp>
        <p:nvSpPr>
          <p:cNvPr id="151" name="Google Shape;151;p19"/>
          <p:cNvSpPr txBox="1">
            <a:spLocks noGrp="1"/>
          </p:cNvSpPr>
          <p:nvPr>
            <p:ph type="subTitle" idx="8"/>
          </p:nvPr>
        </p:nvSpPr>
        <p:spPr>
          <a:xfrm>
            <a:off x="5896888" y="3854100"/>
            <a:ext cx="2114400" cy="520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1400"/>
              <a:buNone/>
              <a:defRPr>
                <a:solidFill>
                  <a:schemeClr val="lt1"/>
                </a:solidFill>
              </a:defRPr>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p:txBody>
      </p:sp>
      <p:sp>
        <p:nvSpPr>
          <p:cNvPr id="152" name="Google Shape;152;p19"/>
          <p:cNvSpPr/>
          <p:nvPr/>
        </p:nvSpPr>
        <p:spPr>
          <a:xfrm flipH="1">
            <a:off x="1317100" y="360748"/>
            <a:ext cx="514200" cy="5142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ig numbers and text">
  <p:cSld name="CUSTOM_11">
    <p:spTree>
      <p:nvGrpSpPr>
        <p:cNvPr id="1" name="Shape 153"/>
        <p:cNvGrpSpPr/>
        <p:nvPr/>
      </p:nvGrpSpPr>
      <p:grpSpPr>
        <a:xfrm>
          <a:off x="0" y="0"/>
          <a:ext cx="0" cy="0"/>
          <a:chOff x="0" y="0"/>
          <a:chExt cx="0" cy="0"/>
        </a:xfrm>
      </p:grpSpPr>
      <p:sp>
        <p:nvSpPr>
          <p:cNvPr id="154" name="Google Shape;154;p20"/>
          <p:cNvSpPr/>
          <p:nvPr/>
        </p:nvSpPr>
        <p:spPr>
          <a:xfrm rot="5400000">
            <a:off x="-2434350" y="-659525"/>
            <a:ext cx="6188400" cy="6285600"/>
          </a:xfrm>
          <a:prstGeom prst="round2SameRect">
            <a:avLst>
              <a:gd name="adj1" fmla="val 50000"/>
              <a:gd name="adj2" fmla="val 0"/>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 name="Google Shape;155;p20"/>
          <p:cNvSpPr txBox="1">
            <a:spLocks noGrp="1"/>
          </p:cNvSpPr>
          <p:nvPr>
            <p:ph type="title" hasCustomPrompt="1"/>
          </p:nvPr>
        </p:nvSpPr>
        <p:spPr>
          <a:xfrm>
            <a:off x="4449352" y="774913"/>
            <a:ext cx="3888900" cy="661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800"/>
              <a:buNone/>
              <a:defRPr sz="3800"/>
            </a:lvl1pPr>
            <a:lvl2pPr lvl="1" algn="ctr" rtl="0">
              <a:spcBef>
                <a:spcPts val="0"/>
              </a:spcBef>
              <a:spcAft>
                <a:spcPts val="0"/>
              </a:spcAft>
              <a:buSzPts val="3800"/>
              <a:buNone/>
              <a:defRPr sz="3800"/>
            </a:lvl2pPr>
            <a:lvl3pPr lvl="2" algn="ctr" rtl="0">
              <a:spcBef>
                <a:spcPts val="0"/>
              </a:spcBef>
              <a:spcAft>
                <a:spcPts val="0"/>
              </a:spcAft>
              <a:buSzPts val="3800"/>
              <a:buNone/>
              <a:defRPr sz="3800"/>
            </a:lvl3pPr>
            <a:lvl4pPr lvl="3" algn="ctr" rtl="0">
              <a:spcBef>
                <a:spcPts val="0"/>
              </a:spcBef>
              <a:spcAft>
                <a:spcPts val="0"/>
              </a:spcAft>
              <a:buSzPts val="3800"/>
              <a:buNone/>
              <a:defRPr sz="3800"/>
            </a:lvl4pPr>
            <a:lvl5pPr lvl="4" algn="ctr" rtl="0">
              <a:spcBef>
                <a:spcPts val="0"/>
              </a:spcBef>
              <a:spcAft>
                <a:spcPts val="0"/>
              </a:spcAft>
              <a:buSzPts val="3800"/>
              <a:buNone/>
              <a:defRPr sz="3800"/>
            </a:lvl5pPr>
            <a:lvl6pPr lvl="5" algn="ctr" rtl="0">
              <a:spcBef>
                <a:spcPts val="0"/>
              </a:spcBef>
              <a:spcAft>
                <a:spcPts val="0"/>
              </a:spcAft>
              <a:buSzPts val="3800"/>
              <a:buNone/>
              <a:defRPr sz="3800"/>
            </a:lvl6pPr>
            <a:lvl7pPr lvl="6" algn="ctr" rtl="0">
              <a:spcBef>
                <a:spcPts val="0"/>
              </a:spcBef>
              <a:spcAft>
                <a:spcPts val="0"/>
              </a:spcAft>
              <a:buSzPts val="3800"/>
              <a:buNone/>
              <a:defRPr sz="3800"/>
            </a:lvl7pPr>
            <a:lvl8pPr lvl="7" algn="ctr" rtl="0">
              <a:spcBef>
                <a:spcPts val="0"/>
              </a:spcBef>
              <a:spcAft>
                <a:spcPts val="0"/>
              </a:spcAft>
              <a:buSzPts val="3800"/>
              <a:buNone/>
              <a:defRPr sz="3800"/>
            </a:lvl8pPr>
            <a:lvl9pPr lvl="8" algn="ctr" rtl="0">
              <a:spcBef>
                <a:spcPts val="0"/>
              </a:spcBef>
              <a:spcAft>
                <a:spcPts val="0"/>
              </a:spcAft>
              <a:buSzPts val="3800"/>
              <a:buNone/>
              <a:defRPr sz="3800"/>
            </a:lvl9pPr>
          </a:lstStyle>
          <a:p>
            <a:r>
              <a:t>xx%</a:t>
            </a:r>
          </a:p>
        </p:txBody>
      </p:sp>
      <p:sp>
        <p:nvSpPr>
          <p:cNvPr id="156" name="Google Shape;156;p20"/>
          <p:cNvSpPr txBox="1">
            <a:spLocks noGrp="1"/>
          </p:cNvSpPr>
          <p:nvPr>
            <p:ph type="subTitle" idx="1"/>
          </p:nvPr>
        </p:nvSpPr>
        <p:spPr>
          <a:xfrm>
            <a:off x="4267200" y="1327213"/>
            <a:ext cx="4156800" cy="38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p:txBody>
      </p:sp>
      <p:sp>
        <p:nvSpPr>
          <p:cNvPr id="157" name="Google Shape;157;p20"/>
          <p:cNvSpPr txBox="1">
            <a:spLocks noGrp="1"/>
          </p:cNvSpPr>
          <p:nvPr>
            <p:ph type="title" idx="2" hasCustomPrompt="1"/>
          </p:nvPr>
        </p:nvSpPr>
        <p:spPr>
          <a:xfrm>
            <a:off x="4449352" y="2102413"/>
            <a:ext cx="3888900" cy="661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800"/>
              <a:buNone/>
              <a:defRPr sz="3800"/>
            </a:lvl1pPr>
            <a:lvl2pPr lvl="1" algn="ctr" rtl="0">
              <a:spcBef>
                <a:spcPts val="0"/>
              </a:spcBef>
              <a:spcAft>
                <a:spcPts val="0"/>
              </a:spcAft>
              <a:buSzPts val="3800"/>
              <a:buNone/>
              <a:defRPr sz="3800"/>
            </a:lvl2pPr>
            <a:lvl3pPr lvl="2" algn="ctr" rtl="0">
              <a:spcBef>
                <a:spcPts val="0"/>
              </a:spcBef>
              <a:spcAft>
                <a:spcPts val="0"/>
              </a:spcAft>
              <a:buSzPts val="3800"/>
              <a:buNone/>
              <a:defRPr sz="3800"/>
            </a:lvl3pPr>
            <a:lvl4pPr lvl="3" algn="ctr" rtl="0">
              <a:spcBef>
                <a:spcPts val="0"/>
              </a:spcBef>
              <a:spcAft>
                <a:spcPts val="0"/>
              </a:spcAft>
              <a:buSzPts val="3800"/>
              <a:buNone/>
              <a:defRPr sz="3800"/>
            </a:lvl4pPr>
            <a:lvl5pPr lvl="4" algn="ctr" rtl="0">
              <a:spcBef>
                <a:spcPts val="0"/>
              </a:spcBef>
              <a:spcAft>
                <a:spcPts val="0"/>
              </a:spcAft>
              <a:buSzPts val="3800"/>
              <a:buNone/>
              <a:defRPr sz="3800"/>
            </a:lvl5pPr>
            <a:lvl6pPr lvl="5" algn="ctr" rtl="0">
              <a:spcBef>
                <a:spcPts val="0"/>
              </a:spcBef>
              <a:spcAft>
                <a:spcPts val="0"/>
              </a:spcAft>
              <a:buSzPts val="3800"/>
              <a:buNone/>
              <a:defRPr sz="3800"/>
            </a:lvl6pPr>
            <a:lvl7pPr lvl="6" algn="ctr" rtl="0">
              <a:spcBef>
                <a:spcPts val="0"/>
              </a:spcBef>
              <a:spcAft>
                <a:spcPts val="0"/>
              </a:spcAft>
              <a:buSzPts val="3800"/>
              <a:buNone/>
              <a:defRPr sz="3800"/>
            </a:lvl7pPr>
            <a:lvl8pPr lvl="7" algn="ctr" rtl="0">
              <a:spcBef>
                <a:spcPts val="0"/>
              </a:spcBef>
              <a:spcAft>
                <a:spcPts val="0"/>
              </a:spcAft>
              <a:buSzPts val="3800"/>
              <a:buNone/>
              <a:defRPr sz="3800"/>
            </a:lvl8pPr>
            <a:lvl9pPr lvl="8" algn="ctr" rtl="0">
              <a:spcBef>
                <a:spcPts val="0"/>
              </a:spcBef>
              <a:spcAft>
                <a:spcPts val="0"/>
              </a:spcAft>
              <a:buSzPts val="3800"/>
              <a:buNone/>
              <a:defRPr sz="3800"/>
            </a:lvl9pPr>
          </a:lstStyle>
          <a:p>
            <a:r>
              <a:t>xx%</a:t>
            </a:r>
          </a:p>
        </p:txBody>
      </p:sp>
      <p:sp>
        <p:nvSpPr>
          <p:cNvPr id="158" name="Google Shape;158;p20"/>
          <p:cNvSpPr txBox="1">
            <a:spLocks noGrp="1"/>
          </p:cNvSpPr>
          <p:nvPr>
            <p:ph type="subTitle" idx="3"/>
          </p:nvPr>
        </p:nvSpPr>
        <p:spPr>
          <a:xfrm>
            <a:off x="4267200" y="2655121"/>
            <a:ext cx="4156800" cy="38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p:txBody>
      </p:sp>
      <p:sp>
        <p:nvSpPr>
          <p:cNvPr id="159" name="Google Shape;159;p20"/>
          <p:cNvSpPr txBox="1">
            <a:spLocks noGrp="1"/>
          </p:cNvSpPr>
          <p:nvPr>
            <p:ph type="title" idx="4" hasCustomPrompt="1"/>
          </p:nvPr>
        </p:nvSpPr>
        <p:spPr>
          <a:xfrm>
            <a:off x="4449352" y="3431229"/>
            <a:ext cx="3888900" cy="661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800"/>
              <a:buNone/>
              <a:defRPr sz="3800"/>
            </a:lvl1pPr>
            <a:lvl2pPr lvl="1" algn="ctr" rtl="0">
              <a:spcBef>
                <a:spcPts val="0"/>
              </a:spcBef>
              <a:spcAft>
                <a:spcPts val="0"/>
              </a:spcAft>
              <a:buSzPts val="3800"/>
              <a:buNone/>
              <a:defRPr sz="3800"/>
            </a:lvl2pPr>
            <a:lvl3pPr lvl="2" algn="ctr" rtl="0">
              <a:spcBef>
                <a:spcPts val="0"/>
              </a:spcBef>
              <a:spcAft>
                <a:spcPts val="0"/>
              </a:spcAft>
              <a:buSzPts val="3800"/>
              <a:buNone/>
              <a:defRPr sz="3800"/>
            </a:lvl3pPr>
            <a:lvl4pPr lvl="3" algn="ctr" rtl="0">
              <a:spcBef>
                <a:spcPts val="0"/>
              </a:spcBef>
              <a:spcAft>
                <a:spcPts val="0"/>
              </a:spcAft>
              <a:buSzPts val="3800"/>
              <a:buNone/>
              <a:defRPr sz="3800"/>
            </a:lvl4pPr>
            <a:lvl5pPr lvl="4" algn="ctr" rtl="0">
              <a:spcBef>
                <a:spcPts val="0"/>
              </a:spcBef>
              <a:spcAft>
                <a:spcPts val="0"/>
              </a:spcAft>
              <a:buSzPts val="3800"/>
              <a:buNone/>
              <a:defRPr sz="3800"/>
            </a:lvl5pPr>
            <a:lvl6pPr lvl="5" algn="ctr" rtl="0">
              <a:spcBef>
                <a:spcPts val="0"/>
              </a:spcBef>
              <a:spcAft>
                <a:spcPts val="0"/>
              </a:spcAft>
              <a:buSzPts val="3800"/>
              <a:buNone/>
              <a:defRPr sz="3800"/>
            </a:lvl6pPr>
            <a:lvl7pPr lvl="6" algn="ctr" rtl="0">
              <a:spcBef>
                <a:spcPts val="0"/>
              </a:spcBef>
              <a:spcAft>
                <a:spcPts val="0"/>
              </a:spcAft>
              <a:buSzPts val="3800"/>
              <a:buNone/>
              <a:defRPr sz="3800"/>
            </a:lvl7pPr>
            <a:lvl8pPr lvl="7" algn="ctr" rtl="0">
              <a:spcBef>
                <a:spcPts val="0"/>
              </a:spcBef>
              <a:spcAft>
                <a:spcPts val="0"/>
              </a:spcAft>
              <a:buSzPts val="3800"/>
              <a:buNone/>
              <a:defRPr sz="3800"/>
            </a:lvl8pPr>
            <a:lvl9pPr lvl="8" algn="ctr" rtl="0">
              <a:spcBef>
                <a:spcPts val="0"/>
              </a:spcBef>
              <a:spcAft>
                <a:spcPts val="0"/>
              </a:spcAft>
              <a:buSzPts val="3800"/>
              <a:buNone/>
              <a:defRPr sz="3800"/>
            </a:lvl9pPr>
          </a:lstStyle>
          <a:p>
            <a:r>
              <a:t>xx%</a:t>
            </a:r>
          </a:p>
        </p:txBody>
      </p:sp>
      <p:sp>
        <p:nvSpPr>
          <p:cNvPr id="160" name="Google Shape;160;p20"/>
          <p:cNvSpPr txBox="1">
            <a:spLocks noGrp="1"/>
          </p:cNvSpPr>
          <p:nvPr>
            <p:ph type="subTitle" idx="5"/>
          </p:nvPr>
        </p:nvSpPr>
        <p:spPr>
          <a:xfrm>
            <a:off x="4267200" y="3980364"/>
            <a:ext cx="4156800" cy="38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p:txBody>
      </p:sp>
      <p:sp>
        <p:nvSpPr>
          <p:cNvPr id="161" name="Google Shape;161;p20"/>
          <p:cNvSpPr/>
          <p:nvPr/>
        </p:nvSpPr>
        <p:spPr>
          <a:xfrm>
            <a:off x="7456600" y="4092725"/>
            <a:ext cx="2495400" cy="2495400"/>
          </a:xfrm>
          <a:prstGeom prst="ellipse">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 name="Google Shape;162;p20"/>
          <p:cNvSpPr/>
          <p:nvPr/>
        </p:nvSpPr>
        <p:spPr>
          <a:xfrm>
            <a:off x="8793900" y="3526300"/>
            <a:ext cx="842400" cy="8424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 name="Google Shape;163;p20"/>
          <p:cNvSpPr/>
          <p:nvPr/>
        </p:nvSpPr>
        <p:spPr>
          <a:xfrm rot="-5400000" flipH="1">
            <a:off x="-476242" y="2570191"/>
            <a:ext cx="1333989" cy="4145553"/>
          </a:xfrm>
          <a:custGeom>
            <a:avLst/>
            <a:gdLst/>
            <a:ahLst/>
            <a:cxnLst/>
            <a:rect l="l" t="t" r="r" b="b"/>
            <a:pathLst>
              <a:path w="41808" h="92545" extrusionOk="0">
                <a:moveTo>
                  <a:pt x="41807" y="0"/>
                </a:moveTo>
                <a:cubicBezTo>
                  <a:pt x="41807" y="0"/>
                  <a:pt x="1" y="2687"/>
                  <a:pt x="6251" y="28395"/>
                </a:cubicBezTo>
                <a:cubicBezTo>
                  <a:pt x="8717" y="38543"/>
                  <a:pt x="22408" y="37842"/>
                  <a:pt x="16617" y="54437"/>
                </a:cubicBezTo>
                <a:cubicBezTo>
                  <a:pt x="12228" y="67009"/>
                  <a:pt x="29363" y="71594"/>
                  <a:pt x="27761" y="82441"/>
                </a:cubicBezTo>
                <a:cubicBezTo>
                  <a:pt x="26355" y="91961"/>
                  <a:pt x="38235" y="92544"/>
                  <a:pt x="41164" y="92544"/>
                </a:cubicBezTo>
                <a:cubicBezTo>
                  <a:pt x="41573" y="92544"/>
                  <a:pt x="41807" y="92533"/>
                  <a:pt x="41807" y="92533"/>
                </a:cubicBezTo>
                <a:lnTo>
                  <a:pt x="418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164" name="Google Shape;164;p20"/>
          <p:cNvPicPr preferRelativeResize="0"/>
          <p:nvPr/>
        </p:nvPicPr>
        <p:blipFill>
          <a:blip r:embed="rId2"/>
          <a:stretch>
            <a:fillRect/>
          </a:stretch>
        </p:blipFill>
        <p:spPr>
          <a:xfrm>
            <a:off x="12952" y="4662672"/>
            <a:ext cx="2032275" cy="44347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one column 2">
  <p:cSld name="CUSTOM_10">
    <p:spTree>
      <p:nvGrpSpPr>
        <p:cNvPr id="1" name="Shape 165"/>
        <p:cNvGrpSpPr/>
        <p:nvPr/>
      </p:nvGrpSpPr>
      <p:grpSpPr>
        <a:xfrm>
          <a:off x="0" y="0"/>
          <a:ext cx="0" cy="0"/>
          <a:chOff x="0" y="0"/>
          <a:chExt cx="0" cy="0"/>
        </a:xfrm>
      </p:grpSpPr>
      <p:sp>
        <p:nvSpPr>
          <p:cNvPr id="166" name="Google Shape;166;p21"/>
          <p:cNvSpPr txBox="1">
            <a:spLocks noGrp="1"/>
          </p:cNvSpPr>
          <p:nvPr>
            <p:ph type="title"/>
          </p:nvPr>
        </p:nvSpPr>
        <p:spPr>
          <a:xfrm>
            <a:off x="720000" y="445025"/>
            <a:ext cx="3588300" cy="1301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2pPr>
            <a:lvl3pPr lvl="2"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3pPr>
            <a:lvl4pPr lvl="3"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4pPr>
            <a:lvl5pPr lvl="4"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5pPr>
            <a:lvl6pPr lvl="5"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6pPr>
            <a:lvl7pPr lvl="6"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7pPr>
            <a:lvl8pPr lvl="7"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8pPr>
            <a:lvl9pPr lvl="8"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9pPr>
          </a:lstStyle>
          <a:p/>
        </p:txBody>
      </p:sp>
      <p:sp>
        <p:nvSpPr>
          <p:cNvPr id="167" name="Google Shape;167;p21"/>
          <p:cNvSpPr txBox="1">
            <a:spLocks noGrp="1"/>
          </p:cNvSpPr>
          <p:nvPr>
            <p:ph type="subTitle" idx="1"/>
          </p:nvPr>
        </p:nvSpPr>
        <p:spPr>
          <a:xfrm>
            <a:off x="720000" y="2082513"/>
            <a:ext cx="2408400" cy="111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68" name="Google Shape;168;p21"/>
          <p:cNvSpPr/>
          <p:nvPr/>
        </p:nvSpPr>
        <p:spPr>
          <a:xfrm flipH="1">
            <a:off x="-499925" y="320875"/>
            <a:ext cx="1038600" cy="10386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 name="Google Shape;169;p21"/>
          <p:cNvSpPr/>
          <p:nvPr/>
        </p:nvSpPr>
        <p:spPr>
          <a:xfrm flipH="1">
            <a:off x="6625099" y="3869725"/>
            <a:ext cx="3665280" cy="1725164"/>
          </a:xfrm>
          <a:custGeom>
            <a:avLst/>
            <a:gdLst/>
            <a:ahLst/>
            <a:cxnLst/>
            <a:rect l="l" t="t" r="r" b="b"/>
            <a:pathLst>
              <a:path w="95233" h="44824" extrusionOk="0">
                <a:moveTo>
                  <a:pt x="14616" y="1"/>
                </a:moveTo>
                <a:cubicBezTo>
                  <a:pt x="6475" y="1"/>
                  <a:pt x="0" y="849"/>
                  <a:pt x="0" y="849"/>
                </a:cubicBezTo>
                <a:lnTo>
                  <a:pt x="19661" y="44824"/>
                </a:lnTo>
                <a:lnTo>
                  <a:pt x="91190" y="44824"/>
                </a:lnTo>
                <a:cubicBezTo>
                  <a:pt x="94570" y="44824"/>
                  <a:pt x="95232" y="39983"/>
                  <a:pt x="91964" y="39121"/>
                </a:cubicBezTo>
                <a:cubicBezTo>
                  <a:pt x="86627" y="37711"/>
                  <a:pt x="80949" y="39530"/>
                  <a:pt x="80986" y="32218"/>
                </a:cubicBezTo>
                <a:cubicBezTo>
                  <a:pt x="81026" y="24482"/>
                  <a:pt x="74453" y="20018"/>
                  <a:pt x="67120" y="20018"/>
                </a:cubicBezTo>
                <a:cubicBezTo>
                  <a:pt x="64170" y="20018"/>
                  <a:pt x="61096" y="20741"/>
                  <a:pt x="58281" y="22263"/>
                </a:cubicBezTo>
                <a:cubicBezTo>
                  <a:pt x="56208" y="23384"/>
                  <a:pt x="54698" y="23874"/>
                  <a:pt x="53559" y="23874"/>
                </a:cubicBezTo>
                <a:cubicBezTo>
                  <a:pt x="48197" y="23874"/>
                  <a:pt x="51073" y="13023"/>
                  <a:pt x="42273" y="6152"/>
                </a:cubicBezTo>
                <a:cubicBezTo>
                  <a:pt x="35871" y="1154"/>
                  <a:pt x="24110" y="1"/>
                  <a:pt x="14616" y="1"/>
                </a:cubicBezTo>
                <a:close/>
              </a:path>
            </a:pathLst>
          </a:cu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 name="Google Shape;170;p21"/>
          <p:cNvSpPr/>
          <p:nvPr/>
        </p:nvSpPr>
        <p:spPr>
          <a:xfrm flipH="1">
            <a:off x="7693375" y="3973875"/>
            <a:ext cx="849600" cy="849600"/>
          </a:xfrm>
          <a:prstGeom prst="ellipse">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ockup">
  <p:cSld name="CUSTOM_5_1">
    <p:spTree>
      <p:nvGrpSpPr>
        <p:cNvPr id="1" name="Shape 171"/>
        <p:cNvGrpSpPr/>
        <p:nvPr/>
      </p:nvGrpSpPr>
      <p:grpSpPr>
        <a:xfrm>
          <a:off x="0" y="0"/>
          <a:ext cx="0" cy="0"/>
          <a:chOff x="0" y="0"/>
          <a:chExt cx="0" cy="0"/>
        </a:xfrm>
      </p:grpSpPr>
      <p:sp>
        <p:nvSpPr>
          <p:cNvPr id="172" name="Google Shape;172;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F9900"/>
              </a:buClr>
              <a:buSzPts val="2800"/>
              <a:buNone/>
              <a:defRPr>
                <a:solidFill>
                  <a:srgbClr val="FF9900"/>
                </a:solidFill>
              </a:defRPr>
            </a:lvl1pPr>
            <a:lvl2pPr lvl="1" algn="ctr" rtl="0">
              <a:spcBef>
                <a:spcPts val="0"/>
              </a:spcBef>
              <a:spcAft>
                <a:spcPts val="0"/>
              </a:spcAft>
              <a:buClr>
                <a:srgbClr val="FF9900"/>
              </a:buClr>
              <a:buSzPts val="3000"/>
              <a:buFont typeface="Archivo Black" panose="020B0A03020202020B04"/>
              <a:buNone/>
              <a:defRPr sz="3000">
                <a:solidFill>
                  <a:srgbClr val="FF9900"/>
                </a:solidFill>
                <a:latin typeface="Archivo Black" panose="020B0A03020202020B04"/>
                <a:ea typeface="Archivo Black" panose="020B0A03020202020B04"/>
                <a:cs typeface="Archivo Black" panose="020B0A03020202020B04"/>
                <a:sym typeface="Archivo Black" panose="020B0A03020202020B04"/>
              </a:defRPr>
            </a:lvl2pPr>
            <a:lvl3pPr lvl="2" algn="ctr" rtl="0">
              <a:spcBef>
                <a:spcPts val="0"/>
              </a:spcBef>
              <a:spcAft>
                <a:spcPts val="0"/>
              </a:spcAft>
              <a:buClr>
                <a:srgbClr val="FF9900"/>
              </a:buClr>
              <a:buSzPts val="3000"/>
              <a:buFont typeface="Archivo Black" panose="020B0A03020202020B04"/>
              <a:buNone/>
              <a:defRPr sz="3000">
                <a:solidFill>
                  <a:srgbClr val="FF9900"/>
                </a:solidFill>
                <a:latin typeface="Archivo Black" panose="020B0A03020202020B04"/>
                <a:ea typeface="Archivo Black" panose="020B0A03020202020B04"/>
                <a:cs typeface="Archivo Black" panose="020B0A03020202020B04"/>
                <a:sym typeface="Archivo Black" panose="020B0A03020202020B04"/>
              </a:defRPr>
            </a:lvl3pPr>
            <a:lvl4pPr lvl="3" algn="ctr" rtl="0">
              <a:spcBef>
                <a:spcPts val="0"/>
              </a:spcBef>
              <a:spcAft>
                <a:spcPts val="0"/>
              </a:spcAft>
              <a:buClr>
                <a:srgbClr val="FF9900"/>
              </a:buClr>
              <a:buSzPts val="3000"/>
              <a:buFont typeface="Archivo Black" panose="020B0A03020202020B04"/>
              <a:buNone/>
              <a:defRPr sz="3000">
                <a:solidFill>
                  <a:srgbClr val="FF9900"/>
                </a:solidFill>
                <a:latin typeface="Archivo Black" panose="020B0A03020202020B04"/>
                <a:ea typeface="Archivo Black" panose="020B0A03020202020B04"/>
                <a:cs typeface="Archivo Black" panose="020B0A03020202020B04"/>
                <a:sym typeface="Archivo Black" panose="020B0A03020202020B04"/>
              </a:defRPr>
            </a:lvl4pPr>
            <a:lvl5pPr lvl="4" algn="ctr" rtl="0">
              <a:spcBef>
                <a:spcPts val="0"/>
              </a:spcBef>
              <a:spcAft>
                <a:spcPts val="0"/>
              </a:spcAft>
              <a:buClr>
                <a:srgbClr val="FF9900"/>
              </a:buClr>
              <a:buSzPts val="3000"/>
              <a:buFont typeface="Archivo Black" panose="020B0A03020202020B04"/>
              <a:buNone/>
              <a:defRPr sz="3000">
                <a:solidFill>
                  <a:srgbClr val="FF9900"/>
                </a:solidFill>
                <a:latin typeface="Archivo Black" panose="020B0A03020202020B04"/>
                <a:ea typeface="Archivo Black" panose="020B0A03020202020B04"/>
                <a:cs typeface="Archivo Black" panose="020B0A03020202020B04"/>
                <a:sym typeface="Archivo Black" panose="020B0A03020202020B04"/>
              </a:defRPr>
            </a:lvl5pPr>
            <a:lvl6pPr lvl="5" algn="ctr" rtl="0">
              <a:spcBef>
                <a:spcPts val="0"/>
              </a:spcBef>
              <a:spcAft>
                <a:spcPts val="0"/>
              </a:spcAft>
              <a:buClr>
                <a:srgbClr val="FF9900"/>
              </a:buClr>
              <a:buSzPts val="3000"/>
              <a:buFont typeface="Archivo Black" panose="020B0A03020202020B04"/>
              <a:buNone/>
              <a:defRPr sz="3000">
                <a:solidFill>
                  <a:srgbClr val="FF9900"/>
                </a:solidFill>
                <a:latin typeface="Archivo Black" panose="020B0A03020202020B04"/>
                <a:ea typeface="Archivo Black" panose="020B0A03020202020B04"/>
                <a:cs typeface="Archivo Black" panose="020B0A03020202020B04"/>
                <a:sym typeface="Archivo Black" panose="020B0A03020202020B04"/>
              </a:defRPr>
            </a:lvl6pPr>
            <a:lvl7pPr lvl="6" algn="ctr" rtl="0">
              <a:spcBef>
                <a:spcPts val="0"/>
              </a:spcBef>
              <a:spcAft>
                <a:spcPts val="0"/>
              </a:spcAft>
              <a:buClr>
                <a:srgbClr val="FF9900"/>
              </a:buClr>
              <a:buSzPts val="3000"/>
              <a:buFont typeface="Archivo Black" panose="020B0A03020202020B04"/>
              <a:buNone/>
              <a:defRPr sz="3000">
                <a:solidFill>
                  <a:srgbClr val="FF9900"/>
                </a:solidFill>
                <a:latin typeface="Archivo Black" panose="020B0A03020202020B04"/>
                <a:ea typeface="Archivo Black" panose="020B0A03020202020B04"/>
                <a:cs typeface="Archivo Black" panose="020B0A03020202020B04"/>
                <a:sym typeface="Archivo Black" panose="020B0A03020202020B04"/>
              </a:defRPr>
            </a:lvl7pPr>
            <a:lvl8pPr lvl="7" algn="ctr" rtl="0">
              <a:spcBef>
                <a:spcPts val="0"/>
              </a:spcBef>
              <a:spcAft>
                <a:spcPts val="0"/>
              </a:spcAft>
              <a:buClr>
                <a:srgbClr val="FF9900"/>
              </a:buClr>
              <a:buSzPts val="3000"/>
              <a:buFont typeface="Archivo Black" panose="020B0A03020202020B04"/>
              <a:buNone/>
              <a:defRPr sz="3000">
                <a:solidFill>
                  <a:srgbClr val="FF9900"/>
                </a:solidFill>
                <a:latin typeface="Archivo Black" panose="020B0A03020202020B04"/>
                <a:ea typeface="Archivo Black" panose="020B0A03020202020B04"/>
                <a:cs typeface="Archivo Black" panose="020B0A03020202020B04"/>
                <a:sym typeface="Archivo Black" panose="020B0A03020202020B04"/>
              </a:defRPr>
            </a:lvl8pPr>
            <a:lvl9pPr lvl="8" algn="ctr" rtl="0">
              <a:spcBef>
                <a:spcPts val="0"/>
              </a:spcBef>
              <a:spcAft>
                <a:spcPts val="0"/>
              </a:spcAft>
              <a:buClr>
                <a:srgbClr val="FF9900"/>
              </a:buClr>
              <a:buSzPts val="3000"/>
              <a:buFont typeface="Archivo Black" panose="020B0A03020202020B04"/>
              <a:buNone/>
              <a:defRPr sz="3000">
                <a:solidFill>
                  <a:srgbClr val="FF9900"/>
                </a:solidFill>
                <a:latin typeface="Archivo Black" panose="020B0A03020202020B04"/>
                <a:ea typeface="Archivo Black" panose="020B0A03020202020B04"/>
                <a:cs typeface="Archivo Black" panose="020B0A03020202020B04"/>
                <a:sym typeface="Archivo Black" panose="020B0A03020202020B04"/>
              </a:defRPr>
            </a:lvl9pPr>
          </a:lstStyle>
          <a:p/>
        </p:txBody>
      </p:sp>
      <p:sp>
        <p:nvSpPr>
          <p:cNvPr id="173" name="Google Shape;173;p22"/>
          <p:cNvSpPr txBox="1">
            <a:spLocks noGrp="1"/>
          </p:cNvSpPr>
          <p:nvPr>
            <p:ph type="subTitle" idx="1"/>
          </p:nvPr>
        </p:nvSpPr>
        <p:spPr>
          <a:xfrm>
            <a:off x="5849500" y="2174365"/>
            <a:ext cx="2574600" cy="14589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FFFF"/>
              </a:buClr>
              <a:buSzPts val="1600"/>
              <a:buNone/>
              <a:defRPr sz="1600">
                <a:solidFill>
                  <a:srgbClr val="FFFFFF"/>
                </a:solidFill>
              </a:defRPr>
            </a:lvl2pPr>
            <a:lvl3pPr lvl="2" rtl="0">
              <a:lnSpc>
                <a:spcPct val="100000"/>
              </a:lnSpc>
              <a:spcBef>
                <a:spcPts val="0"/>
              </a:spcBef>
              <a:spcAft>
                <a:spcPts val="0"/>
              </a:spcAft>
              <a:buClr>
                <a:srgbClr val="FFFFFF"/>
              </a:buClr>
              <a:buSzPts val="1600"/>
              <a:buNone/>
              <a:defRPr sz="1600">
                <a:solidFill>
                  <a:srgbClr val="FFFFFF"/>
                </a:solidFill>
              </a:defRPr>
            </a:lvl3pPr>
            <a:lvl4pPr lvl="3" rtl="0">
              <a:lnSpc>
                <a:spcPct val="100000"/>
              </a:lnSpc>
              <a:spcBef>
                <a:spcPts val="0"/>
              </a:spcBef>
              <a:spcAft>
                <a:spcPts val="0"/>
              </a:spcAft>
              <a:buClr>
                <a:srgbClr val="FFFFFF"/>
              </a:buClr>
              <a:buSzPts val="1600"/>
              <a:buNone/>
              <a:defRPr sz="1600">
                <a:solidFill>
                  <a:srgbClr val="FFFFFF"/>
                </a:solidFill>
              </a:defRPr>
            </a:lvl4pPr>
            <a:lvl5pPr lvl="4" rtl="0">
              <a:lnSpc>
                <a:spcPct val="100000"/>
              </a:lnSpc>
              <a:spcBef>
                <a:spcPts val="0"/>
              </a:spcBef>
              <a:spcAft>
                <a:spcPts val="0"/>
              </a:spcAft>
              <a:buClr>
                <a:srgbClr val="FFFFFF"/>
              </a:buClr>
              <a:buSzPts val="1600"/>
              <a:buNone/>
              <a:defRPr sz="1600">
                <a:solidFill>
                  <a:srgbClr val="FFFFFF"/>
                </a:solidFill>
              </a:defRPr>
            </a:lvl5pPr>
            <a:lvl6pPr lvl="5" rtl="0">
              <a:lnSpc>
                <a:spcPct val="100000"/>
              </a:lnSpc>
              <a:spcBef>
                <a:spcPts val="0"/>
              </a:spcBef>
              <a:spcAft>
                <a:spcPts val="0"/>
              </a:spcAft>
              <a:buClr>
                <a:srgbClr val="FFFFFF"/>
              </a:buClr>
              <a:buSzPts val="1600"/>
              <a:buNone/>
              <a:defRPr sz="1600">
                <a:solidFill>
                  <a:srgbClr val="FFFFFF"/>
                </a:solidFill>
              </a:defRPr>
            </a:lvl6pPr>
            <a:lvl7pPr lvl="6" rtl="0">
              <a:lnSpc>
                <a:spcPct val="100000"/>
              </a:lnSpc>
              <a:spcBef>
                <a:spcPts val="0"/>
              </a:spcBef>
              <a:spcAft>
                <a:spcPts val="0"/>
              </a:spcAft>
              <a:buClr>
                <a:srgbClr val="FFFFFF"/>
              </a:buClr>
              <a:buSzPts val="1600"/>
              <a:buNone/>
              <a:defRPr sz="1600">
                <a:solidFill>
                  <a:srgbClr val="FFFFFF"/>
                </a:solidFill>
              </a:defRPr>
            </a:lvl7pPr>
            <a:lvl8pPr lvl="7" rtl="0">
              <a:lnSpc>
                <a:spcPct val="100000"/>
              </a:lnSpc>
              <a:spcBef>
                <a:spcPts val="0"/>
              </a:spcBef>
              <a:spcAft>
                <a:spcPts val="0"/>
              </a:spcAft>
              <a:buClr>
                <a:srgbClr val="FFFFFF"/>
              </a:buClr>
              <a:buSzPts val="1600"/>
              <a:buNone/>
              <a:defRPr sz="1600">
                <a:solidFill>
                  <a:srgbClr val="FFFFFF"/>
                </a:solidFill>
              </a:defRPr>
            </a:lvl8pPr>
            <a:lvl9pPr lvl="8" rtl="0">
              <a:lnSpc>
                <a:spcPct val="100000"/>
              </a:lnSpc>
              <a:spcBef>
                <a:spcPts val="0"/>
              </a:spcBef>
              <a:spcAft>
                <a:spcPts val="0"/>
              </a:spcAft>
              <a:buClr>
                <a:srgbClr val="FFFFFF"/>
              </a:buClr>
              <a:buSzPts val="1600"/>
              <a:buNone/>
              <a:defRPr sz="1600">
                <a:solidFill>
                  <a:srgbClr val="FFFFFF"/>
                </a:solidFill>
              </a:defRPr>
            </a:lvl9pPr>
          </a:lstStyle>
          <a:p/>
        </p:txBody>
      </p:sp>
      <p:sp>
        <p:nvSpPr>
          <p:cNvPr id="174" name="Google Shape;174;p22"/>
          <p:cNvSpPr/>
          <p:nvPr/>
        </p:nvSpPr>
        <p:spPr>
          <a:xfrm rot="-3256871" flipH="1">
            <a:off x="6736528" y="2912287"/>
            <a:ext cx="6188509" cy="6285669"/>
          </a:xfrm>
          <a:prstGeom prst="round2SameRect">
            <a:avLst>
              <a:gd name="adj1" fmla="val 50000"/>
              <a:gd name="adj2" fmla="val 0"/>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ockup 1">
  <p:cSld name="CUSTOM_5_1_1">
    <p:spTree>
      <p:nvGrpSpPr>
        <p:cNvPr id="1" name="Shape 175"/>
        <p:cNvGrpSpPr/>
        <p:nvPr/>
      </p:nvGrpSpPr>
      <p:grpSpPr>
        <a:xfrm>
          <a:off x="0" y="0"/>
          <a:ext cx="0" cy="0"/>
          <a:chOff x="0" y="0"/>
          <a:chExt cx="0" cy="0"/>
        </a:xfrm>
      </p:grpSpPr>
      <p:sp>
        <p:nvSpPr>
          <p:cNvPr id="176" name="Google Shape;176;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2pPr>
            <a:lvl3pPr lvl="2"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3pPr>
            <a:lvl4pPr lvl="3"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4pPr>
            <a:lvl5pPr lvl="4"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5pPr>
            <a:lvl6pPr lvl="5"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6pPr>
            <a:lvl7pPr lvl="6"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7pPr>
            <a:lvl8pPr lvl="7"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8pPr>
            <a:lvl9pPr lvl="8"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9pPr>
          </a:lstStyle>
          <a:p/>
        </p:txBody>
      </p:sp>
      <p:sp>
        <p:nvSpPr>
          <p:cNvPr id="177" name="Google Shape;177;p23"/>
          <p:cNvSpPr txBox="1">
            <a:spLocks noGrp="1"/>
          </p:cNvSpPr>
          <p:nvPr>
            <p:ph type="subTitle" idx="1"/>
          </p:nvPr>
        </p:nvSpPr>
        <p:spPr>
          <a:xfrm>
            <a:off x="720000" y="2174365"/>
            <a:ext cx="2574600" cy="145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78" name="Google Shape;178;p23"/>
          <p:cNvSpPr/>
          <p:nvPr/>
        </p:nvSpPr>
        <p:spPr>
          <a:xfrm flipH="1">
            <a:off x="1440025" y="-344075"/>
            <a:ext cx="849600" cy="849600"/>
          </a:xfrm>
          <a:prstGeom prst="ellipse">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 name="Google Shape;179;p23"/>
          <p:cNvSpPr/>
          <p:nvPr/>
        </p:nvSpPr>
        <p:spPr>
          <a:xfrm flipH="1">
            <a:off x="8441100" y="4603500"/>
            <a:ext cx="849600" cy="8496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 name="Google Shape;180;p23"/>
          <p:cNvSpPr/>
          <p:nvPr/>
        </p:nvSpPr>
        <p:spPr>
          <a:xfrm flipH="1">
            <a:off x="-116250" y="1017725"/>
            <a:ext cx="510000" cy="5100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list 1">
  <p:cSld name="CUSTOM_9">
    <p:spTree>
      <p:nvGrpSpPr>
        <p:cNvPr id="1" name="Shape 181"/>
        <p:cNvGrpSpPr/>
        <p:nvPr/>
      </p:nvGrpSpPr>
      <p:grpSpPr>
        <a:xfrm>
          <a:off x="0" y="0"/>
          <a:ext cx="0" cy="0"/>
          <a:chOff x="0" y="0"/>
          <a:chExt cx="0" cy="0"/>
        </a:xfrm>
      </p:grpSpPr>
      <p:sp>
        <p:nvSpPr>
          <p:cNvPr id="182" name="Google Shape;182;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2pPr>
            <a:lvl3pPr lvl="2"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3pPr>
            <a:lvl4pPr lvl="3"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4pPr>
            <a:lvl5pPr lvl="4"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5pPr>
            <a:lvl6pPr lvl="5"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6pPr>
            <a:lvl7pPr lvl="6"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7pPr>
            <a:lvl8pPr lvl="7"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8pPr>
            <a:lvl9pPr lvl="8"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9pPr>
          </a:lstStyle>
          <a:p/>
        </p:txBody>
      </p:sp>
      <p:sp>
        <p:nvSpPr>
          <p:cNvPr id="183" name="Google Shape;183;p24"/>
          <p:cNvSpPr txBox="1">
            <a:spLocks noGrp="1"/>
          </p:cNvSpPr>
          <p:nvPr>
            <p:ph type="body" idx="1"/>
          </p:nvPr>
        </p:nvSpPr>
        <p:spPr>
          <a:xfrm>
            <a:off x="720000" y="1485900"/>
            <a:ext cx="4383000" cy="3117300"/>
          </a:xfrm>
          <a:prstGeom prst="rect">
            <a:avLst/>
          </a:prstGeom>
        </p:spPr>
        <p:txBody>
          <a:bodyPr spcFirstLastPara="1" wrap="square" lIns="0" tIns="91425" rIns="0" bIns="91425" anchor="ctr" anchorCtr="0">
            <a:noAutofit/>
          </a:bodyPr>
          <a:lstStyle>
            <a:lvl1pPr marL="457200" lvl="0" indent="-330200" rtl="0">
              <a:lnSpc>
                <a:spcPct val="200000"/>
              </a:lnSpc>
              <a:spcBef>
                <a:spcPts val="0"/>
              </a:spcBef>
              <a:spcAft>
                <a:spcPts val="0"/>
              </a:spcAft>
              <a:buSzPts val="1600"/>
              <a:buChar char="●"/>
              <a:defRPr sz="1600"/>
            </a:lvl1pPr>
            <a:lvl2pPr marL="914400" lvl="1" indent="-330200" rtl="0">
              <a:lnSpc>
                <a:spcPct val="200000"/>
              </a:lnSpc>
              <a:spcBef>
                <a:spcPts val="1600"/>
              </a:spcBef>
              <a:spcAft>
                <a:spcPts val="0"/>
              </a:spcAft>
              <a:buSzPts val="1600"/>
              <a:buChar char="○"/>
              <a:defRPr sz="1600"/>
            </a:lvl2pPr>
            <a:lvl3pPr marL="1371600" lvl="2" indent="-330200" rtl="0">
              <a:lnSpc>
                <a:spcPct val="200000"/>
              </a:lnSpc>
              <a:spcBef>
                <a:spcPts val="1600"/>
              </a:spcBef>
              <a:spcAft>
                <a:spcPts val="0"/>
              </a:spcAft>
              <a:buSzPts val="1600"/>
              <a:buChar char="■"/>
              <a:defRPr sz="1600"/>
            </a:lvl3pPr>
            <a:lvl4pPr marL="1828800" lvl="3" indent="-330200" rtl="0">
              <a:lnSpc>
                <a:spcPct val="200000"/>
              </a:lnSpc>
              <a:spcBef>
                <a:spcPts val="1600"/>
              </a:spcBef>
              <a:spcAft>
                <a:spcPts val="0"/>
              </a:spcAft>
              <a:buSzPts val="1600"/>
              <a:buChar char="●"/>
              <a:defRPr sz="1600"/>
            </a:lvl4pPr>
            <a:lvl5pPr marL="2286000" lvl="4" indent="-330200" rtl="0">
              <a:lnSpc>
                <a:spcPct val="200000"/>
              </a:lnSpc>
              <a:spcBef>
                <a:spcPts val="1600"/>
              </a:spcBef>
              <a:spcAft>
                <a:spcPts val="0"/>
              </a:spcAft>
              <a:buSzPts val="1600"/>
              <a:buChar char="○"/>
              <a:defRPr sz="1600"/>
            </a:lvl5pPr>
            <a:lvl6pPr marL="2743200" lvl="5" indent="-330200" rtl="0">
              <a:lnSpc>
                <a:spcPct val="200000"/>
              </a:lnSpc>
              <a:spcBef>
                <a:spcPts val="1600"/>
              </a:spcBef>
              <a:spcAft>
                <a:spcPts val="0"/>
              </a:spcAft>
              <a:buSzPts val="1600"/>
              <a:buChar char="■"/>
              <a:defRPr sz="1600"/>
            </a:lvl6pPr>
            <a:lvl7pPr marL="3200400" lvl="6" indent="-330200" rtl="0">
              <a:lnSpc>
                <a:spcPct val="200000"/>
              </a:lnSpc>
              <a:spcBef>
                <a:spcPts val="1600"/>
              </a:spcBef>
              <a:spcAft>
                <a:spcPts val="0"/>
              </a:spcAft>
              <a:buSzPts val="1600"/>
              <a:buChar char="●"/>
              <a:defRPr sz="1600"/>
            </a:lvl7pPr>
            <a:lvl8pPr marL="3657600" lvl="7" indent="-330200" rtl="0">
              <a:lnSpc>
                <a:spcPct val="200000"/>
              </a:lnSpc>
              <a:spcBef>
                <a:spcPts val="1600"/>
              </a:spcBef>
              <a:spcAft>
                <a:spcPts val="0"/>
              </a:spcAft>
              <a:buSzPts val="1600"/>
              <a:buChar char="○"/>
              <a:defRPr sz="1600"/>
            </a:lvl8pPr>
            <a:lvl9pPr marL="4114800" lvl="8" indent="-330200" rtl="0">
              <a:lnSpc>
                <a:spcPct val="200000"/>
              </a:lnSpc>
              <a:spcBef>
                <a:spcPts val="1600"/>
              </a:spcBef>
              <a:spcAft>
                <a:spcPts val="1600"/>
              </a:spcAft>
              <a:buSzPts val="1600"/>
              <a:buChar char="■"/>
              <a:defRPr sz="1600"/>
            </a:lvl9pPr>
          </a:lstStyle>
          <a:p/>
        </p:txBody>
      </p:sp>
      <p:sp>
        <p:nvSpPr>
          <p:cNvPr id="184" name="Google Shape;184;p24"/>
          <p:cNvSpPr/>
          <p:nvPr/>
        </p:nvSpPr>
        <p:spPr>
          <a:xfrm>
            <a:off x="1088375" y="222275"/>
            <a:ext cx="510000" cy="5100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 name="Google Shape;185;p24"/>
          <p:cNvSpPr/>
          <p:nvPr/>
        </p:nvSpPr>
        <p:spPr>
          <a:xfrm>
            <a:off x="3546227" y="1842086"/>
            <a:ext cx="7119009" cy="3322847"/>
          </a:xfrm>
          <a:custGeom>
            <a:avLst/>
            <a:gdLst/>
            <a:ahLst/>
            <a:cxnLst/>
            <a:rect l="l" t="t" r="r" b="b"/>
            <a:pathLst>
              <a:path w="95193" h="44432" extrusionOk="0">
                <a:moveTo>
                  <a:pt x="69943" y="1"/>
                </a:moveTo>
                <a:cubicBezTo>
                  <a:pt x="65788" y="1"/>
                  <a:pt x="60185" y="1162"/>
                  <a:pt x="54294" y="5760"/>
                </a:cubicBezTo>
                <a:cubicBezTo>
                  <a:pt x="45494" y="12631"/>
                  <a:pt x="48369" y="23481"/>
                  <a:pt x="43007" y="23481"/>
                </a:cubicBezTo>
                <a:cubicBezTo>
                  <a:pt x="41868" y="23481"/>
                  <a:pt x="40358" y="22992"/>
                  <a:pt x="38286" y="21871"/>
                </a:cubicBezTo>
                <a:cubicBezTo>
                  <a:pt x="35471" y="20349"/>
                  <a:pt x="32398" y="19626"/>
                  <a:pt x="29448" y="19626"/>
                </a:cubicBezTo>
                <a:cubicBezTo>
                  <a:pt x="22115" y="19626"/>
                  <a:pt x="15541" y="24090"/>
                  <a:pt x="15581" y="31825"/>
                </a:cubicBezTo>
                <a:cubicBezTo>
                  <a:pt x="15623" y="40121"/>
                  <a:pt x="8309" y="36666"/>
                  <a:pt x="2483" y="39502"/>
                </a:cubicBezTo>
                <a:cubicBezTo>
                  <a:pt x="1" y="40709"/>
                  <a:pt x="831" y="44432"/>
                  <a:pt x="3592" y="44432"/>
                </a:cubicBezTo>
                <a:lnTo>
                  <a:pt x="74318" y="44432"/>
                </a:lnTo>
                <a:cubicBezTo>
                  <a:pt x="75747" y="44432"/>
                  <a:pt x="76906" y="43273"/>
                  <a:pt x="76906" y="41843"/>
                </a:cubicBezTo>
                <a:lnTo>
                  <a:pt x="95192" y="9381"/>
                </a:lnTo>
                <a:cubicBezTo>
                  <a:pt x="95192" y="8183"/>
                  <a:pt x="76087" y="864"/>
                  <a:pt x="74922" y="581"/>
                </a:cubicBezTo>
                <a:cubicBezTo>
                  <a:pt x="73715" y="287"/>
                  <a:pt x="72008" y="1"/>
                  <a:pt x="69943" y="1"/>
                </a:cubicBezTo>
                <a:close/>
              </a:path>
            </a:pathLst>
          </a:cu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2">
  <p:cSld name="CUSTOM_5_1_1_1">
    <p:spTree>
      <p:nvGrpSpPr>
        <p:cNvPr id="1" name="Shape 186"/>
        <p:cNvGrpSpPr/>
        <p:nvPr/>
      </p:nvGrpSpPr>
      <p:grpSpPr>
        <a:xfrm>
          <a:off x="0" y="0"/>
          <a:ext cx="0" cy="0"/>
          <a:chOff x="0" y="0"/>
          <a:chExt cx="0" cy="0"/>
        </a:xfrm>
      </p:grpSpPr>
      <p:sp>
        <p:nvSpPr>
          <p:cNvPr id="187" name="Google Shape;187;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2pPr>
            <a:lvl3pPr lvl="2"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3pPr>
            <a:lvl4pPr lvl="3"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4pPr>
            <a:lvl5pPr lvl="4"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5pPr>
            <a:lvl6pPr lvl="5"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6pPr>
            <a:lvl7pPr lvl="6"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7pPr>
            <a:lvl8pPr lvl="7"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8pPr>
            <a:lvl9pPr lvl="8"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9pPr>
          </a:lstStyle>
          <a:p/>
        </p:txBody>
      </p:sp>
      <p:sp>
        <p:nvSpPr>
          <p:cNvPr id="188" name="Google Shape;188;p25"/>
          <p:cNvSpPr/>
          <p:nvPr/>
        </p:nvSpPr>
        <p:spPr>
          <a:xfrm flipH="1">
            <a:off x="-1949800" y="793225"/>
            <a:ext cx="2862000" cy="28620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 name="Google Shape;189;p25"/>
          <p:cNvSpPr/>
          <p:nvPr/>
        </p:nvSpPr>
        <p:spPr>
          <a:xfrm flipH="1">
            <a:off x="660125" y="688300"/>
            <a:ext cx="572700" cy="572700"/>
          </a:xfrm>
          <a:prstGeom prst="ellipse">
            <a:avLst/>
          </a:prstGeom>
          <a:solidFill>
            <a:srgbClr val="0B5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 name="Google Shape;190;p25"/>
          <p:cNvSpPr/>
          <p:nvPr/>
        </p:nvSpPr>
        <p:spPr>
          <a:xfrm flipH="1">
            <a:off x="8132325" y="4347375"/>
            <a:ext cx="2121900" cy="21219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one column 2">
  <p:cSld name="CUSTOM_6">
    <p:spTree>
      <p:nvGrpSpPr>
        <p:cNvPr id="1" name="Shape 191"/>
        <p:cNvGrpSpPr/>
        <p:nvPr/>
      </p:nvGrpSpPr>
      <p:grpSpPr>
        <a:xfrm>
          <a:off x="0" y="0"/>
          <a:ext cx="0" cy="0"/>
          <a:chOff x="0" y="0"/>
          <a:chExt cx="0" cy="0"/>
        </a:xfrm>
      </p:grpSpPr>
      <p:sp>
        <p:nvSpPr>
          <p:cNvPr id="192" name="Google Shape;192;p26"/>
          <p:cNvSpPr/>
          <p:nvPr/>
        </p:nvSpPr>
        <p:spPr>
          <a:xfrm flipH="1">
            <a:off x="-130325" y="4717800"/>
            <a:ext cx="510000" cy="5100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 name="Google Shape;193;p26"/>
          <p:cNvSpPr txBox="1">
            <a:spLocks noGrp="1"/>
          </p:cNvSpPr>
          <p:nvPr>
            <p:ph type="ctrTitle"/>
          </p:nvPr>
        </p:nvSpPr>
        <p:spPr>
          <a:xfrm>
            <a:off x="720000" y="738975"/>
            <a:ext cx="3887700" cy="792600"/>
          </a:xfrm>
          <a:prstGeom prst="rect">
            <a:avLst/>
          </a:prstGeom>
        </p:spPr>
        <p:txBody>
          <a:bodyPr spcFirstLastPara="1" wrap="square" lIns="91425" tIns="91425" rIns="91425" bIns="91425" anchor="b" anchorCtr="0">
            <a:noAutofit/>
          </a:bodyPr>
          <a:lstStyle>
            <a:lvl1pPr lvl="0" rtl="0">
              <a:spcBef>
                <a:spcPts val="0"/>
              </a:spcBef>
              <a:spcAft>
                <a:spcPts val="0"/>
              </a:spcAft>
              <a:buSzPts val="5500"/>
              <a:buNone/>
              <a:defRPr sz="5500"/>
            </a:lvl1pPr>
            <a:lvl2pPr lvl="1" rtl="0">
              <a:spcBef>
                <a:spcPts val="0"/>
              </a:spcBef>
              <a:spcAft>
                <a:spcPts val="0"/>
              </a:spcAft>
              <a:buSzPts val="5500"/>
              <a:buNone/>
              <a:defRPr sz="5500"/>
            </a:lvl2pPr>
            <a:lvl3pPr lvl="2" rtl="0">
              <a:spcBef>
                <a:spcPts val="0"/>
              </a:spcBef>
              <a:spcAft>
                <a:spcPts val="0"/>
              </a:spcAft>
              <a:buSzPts val="5500"/>
              <a:buNone/>
              <a:defRPr sz="5500"/>
            </a:lvl3pPr>
            <a:lvl4pPr lvl="3" rtl="0">
              <a:spcBef>
                <a:spcPts val="0"/>
              </a:spcBef>
              <a:spcAft>
                <a:spcPts val="0"/>
              </a:spcAft>
              <a:buSzPts val="5500"/>
              <a:buNone/>
              <a:defRPr sz="5500"/>
            </a:lvl4pPr>
            <a:lvl5pPr lvl="4" rtl="0">
              <a:spcBef>
                <a:spcPts val="0"/>
              </a:spcBef>
              <a:spcAft>
                <a:spcPts val="0"/>
              </a:spcAft>
              <a:buSzPts val="5500"/>
              <a:buNone/>
              <a:defRPr sz="5500"/>
            </a:lvl5pPr>
            <a:lvl6pPr lvl="5" rtl="0">
              <a:spcBef>
                <a:spcPts val="0"/>
              </a:spcBef>
              <a:spcAft>
                <a:spcPts val="0"/>
              </a:spcAft>
              <a:buSzPts val="5500"/>
              <a:buNone/>
              <a:defRPr sz="5500"/>
            </a:lvl6pPr>
            <a:lvl7pPr lvl="6" rtl="0">
              <a:spcBef>
                <a:spcPts val="0"/>
              </a:spcBef>
              <a:spcAft>
                <a:spcPts val="0"/>
              </a:spcAft>
              <a:buSzPts val="5500"/>
              <a:buNone/>
              <a:defRPr sz="5500"/>
            </a:lvl7pPr>
            <a:lvl8pPr lvl="7" rtl="0">
              <a:spcBef>
                <a:spcPts val="0"/>
              </a:spcBef>
              <a:spcAft>
                <a:spcPts val="0"/>
              </a:spcAft>
              <a:buSzPts val="5500"/>
              <a:buNone/>
              <a:defRPr sz="5500"/>
            </a:lvl8pPr>
            <a:lvl9pPr lvl="8" rtl="0">
              <a:spcBef>
                <a:spcPts val="0"/>
              </a:spcBef>
              <a:spcAft>
                <a:spcPts val="0"/>
              </a:spcAft>
              <a:buSzPts val="5500"/>
              <a:buNone/>
              <a:defRPr sz="5500"/>
            </a:lvl9pPr>
          </a:lstStyle>
          <a:p/>
        </p:txBody>
      </p:sp>
      <p:sp>
        <p:nvSpPr>
          <p:cNvPr id="194" name="Google Shape;194;p26"/>
          <p:cNvSpPr txBox="1">
            <a:spLocks noGrp="1"/>
          </p:cNvSpPr>
          <p:nvPr>
            <p:ph type="subTitle" idx="1"/>
          </p:nvPr>
        </p:nvSpPr>
        <p:spPr>
          <a:xfrm>
            <a:off x="720000" y="1654150"/>
            <a:ext cx="3236400" cy="124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p:txBody>
      </p:sp>
      <p:sp>
        <p:nvSpPr>
          <p:cNvPr id="195" name="Google Shape;195;p26"/>
          <p:cNvSpPr/>
          <p:nvPr/>
        </p:nvSpPr>
        <p:spPr>
          <a:xfrm flipH="1">
            <a:off x="7649975" y="1021575"/>
            <a:ext cx="510000" cy="5100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6" name="Google Shape;196;p26"/>
          <p:cNvSpPr/>
          <p:nvPr/>
        </p:nvSpPr>
        <p:spPr>
          <a:xfrm>
            <a:off x="3143607" y="1654150"/>
            <a:ext cx="7521675" cy="3510794"/>
          </a:xfrm>
          <a:custGeom>
            <a:avLst/>
            <a:gdLst/>
            <a:ahLst/>
            <a:cxnLst/>
            <a:rect l="l" t="t" r="r" b="b"/>
            <a:pathLst>
              <a:path w="95193" h="44432" extrusionOk="0">
                <a:moveTo>
                  <a:pt x="69943" y="1"/>
                </a:moveTo>
                <a:cubicBezTo>
                  <a:pt x="65788" y="1"/>
                  <a:pt x="60185" y="1162"/>
                  <a:pt x="54294" y="5760"/>
                </a:cubicBezTo>
                <a:cubicBezTo>
                  <a:pt x="45494" y="12631"/>
                  <a:pt x="48369" y="23481"/>
                  <a:pt x="43007" y="23481"/>
                </a:cubicBezTo>
                <a:cubicBezTo>
                  <a:pt x="41868" y="23481"/>
                  <a:pt x="40358" y="22992"/>
                  <a:pt x="38286" y="21871"/>
                </a:cubicBezTo>
                <a:cubicBezTo>
                  <a:pt x="35471" y="20349"/>
                  <a:pt x="32398" y="19626"/>
                  <a:pt x="29448" y="19626"/>
                </a:cubicBezTo>
                <a:cubicBezTo>
                  <a:pt x="22115" y="19626"/>
                  <a:pt x="15541" y="24090"/>
                  <a:pt x="15581" y="31825"/>
                </a:cubicBezTo>
                <a:cubicBezTo>
                  <a:pt x="15623" y="40121"/>
                  <a:pt x="8309" y="36666"/>
                  <a:pt x="2483" y="39502"/>
                </a:cubicBezTo>
                <a:cubicBezTo>
                  <a:pt x="1" y="40709"/>
                  <a:pt x="831" y="44432"/>
                  <a:pt x="3592" y="44432"/>
                </a:cubicBezTo>
                <a:lnTo>
                  <a:pt x="74318" y="44432"/>
                </a:lnTo>
                <a:cubicBezTo>
                  <a:pt x="75747" y="44432"/>
                  <a:pt x="76906" y="43273"/>
                  <a:pt x="76906" y="41843"/>
                </a:cubicBezTo>
                <a:lnTo>
                  <a:pt x="95192" y="9381"/>
                </a:lnTo>
                <a:cubicBezTo>
                  <a:pt x="95192" y="8183"/>
                  <a:pt x="76087" y="864"/>
                  <a:pt x="74922" y="581"/>
                </a:cubicBezTo>
                <a:cubicBezTo>
                  <a:pt x="73715" y="287"/>
                  <a:pt x="72008" y="1"/>
                  <a:pt x="69943" y="1"/>
                </a:cubicBezTo>
                <a:close/>
              </a:path>
            </a:pathLst>
          </a:cu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wo lists">
  <p:cSld name="CUSTOM_8">
    <p:spTree>
      <p:nvGrpSpPr>
        <p:cNvPr id="1" name="Shape 197"/>
        <p:cNvGrpSpPr/>
        <p:nvPr/>
      </p:nvGrpSpPr>
      <p:grpSpPr>
        <a:xfrm>
          <a:off x="0" y="0"/>
          <a:ext cx="0" cy="0"/>
          <a:chOff x="0" y="0"/>
          <a:chExt cx="0" cy="0"/>
        </a:xfrm>
      </p:grpSpPr>
      <p:sp>
        <p:nvSpPr>
          <p:cNvPr id="198" name="Google Shape;198;p27"/>
          <p:cNvSpPr/>
          <p:nvPr/>
        </p:nvSpPr>
        <p:spPr>
          <a:xfrm rot="-745979" flipH="1">
            <a:off x="6858467" y="3806062"/>
            <a:ext cx="4230905" cy="1991390"/>
          </a:xfrm>
          <a:custGeom>
            <a:avLst/>
            <a:gdLst/>
            <a:ahLst/>
            <a:cxnLst/>
            <a:rect l="l" t="t" r="r" b="b"/>
            <a:pathLst>
              <a:path w="95233" h="44824" extrusionOk="0">
                <a:moveTo>
                  <a:pt x="14616" y="1"/>
                </a:moveTo>
                <a:cubicBezTo>
                  <a:pt x="6475" y="1"/>
                  <a:pt x="0" y="849"/>
                  <a:pt x="0" y="849"/>
                </a:cubicBezTo>
                <a:lnTo>
                  <a:pt x="19661" y="44824"/>
                </a:lnTo>
                <a:lnTo>
                  <a:pt x="91190" y="44824"/>
                </a:lnTo>
                <a:cubicBezTo>
                  <a:pt x="94570" y="44824"/>
                  <a:pt x="95232" y="39983"/>
                  <a:pt x="91964" y="39121"/>
                </a:cubicBezTo>
                <a:cubicBezTo>
                  <a:pt x="86627" y="37711"/>
                  <a:pt x="80949" y="39530"/>
                  <a:pt x="80986" y="32218"/>
                </a:cubicBezTo>
                <a:cubicBezTo>
                  <a:pt x="81026" y="24482"/>
                  <a:pt x="74453" y="20018"/>
                  <a:pt x="67120" y="20018"/>
                </a:cubicBezTo>
                <a:cubicBezTo>
                  <a:pt x="64170" y="20018"/>
                  <a:pt x="61096" y="20741"/>
                  <a:pt x="58281" y="22263"/>
                </a:cubicBezTo>
                <a:cubicBezTo>
                  <a:pt x="56208" y="23384"/>
                  <a:pt x="54698" y="23874"/>
                  <a:pt x="53559" y="23874"/>
                </a:cubicBezTo>
                <a:cubicBezTo>
                  <a:pt x="48197" y="23874"/>
                  <a:pt x="51073" y="13023"/>
                  <a:pt x="42273" y="6152"/>
                </a:cubicBezTo>
                <a:cubicBezTo>
                  <a:pt x="35871" y="1154"/>
                  <a:pt x="24110" y="1"/>
                  <a:pt x="14616" y="1"/>
                </a:cubicBezTo>
                <a:close/>
              </a:path>
            </a:pathLst>
          </a:cu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 name="Google Shape;199;p27"/>
          <p:cNvSpPr/>
          <p:nvPr/>
        </p:nvSpPr>
        <p:spPr>
          <a:xfrm>
            <a:off x="-1682850" y="-1120425"/>
            <a:ext cx="2495400" cy="2495400"/>
          </a:xfrm>
          <a:prstGeom prst="ellips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0" name="Google Shape;200;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2pPr>
            <a:lvl3pPr lvl="2"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3pPr>
            <a:lvl4pPr lvl="3"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4pPr>
            <a:lvl5pPr lvl="4"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5pPr>
            <a:lvl6pPr lvl="5"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6pPr>
            <a:lvl7pPr lvl="6"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7pPr>
            <a:lvl8pPr lvl="7"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8pPr>
            <a:lvl9pPr lvl="8" algn="ctr" rtl="0">
              <a:spcBef>
                <a:spcPts val="0"/>
              </a:spcBef>
              <a:spcAft>
                <a:spcPts val="0"/>
              </a:spcAft>
              <a:buSzPts val="3000"/>
              <a:buFont typeface="Archivo Black" panose="020B0A03020202020B04"/>
              <a:buNone/>
              <a:defRPr sz="3000">
                <a:latin typeface="Archivo Black" panose="020B0A03020202020B04"/>
                <a:ea typeface="Archivo Black" panose="020B0A03020202020B04"/>
                <a:cs typeface="Archivo Black" panose="020B0A03020202020B04"/>
                <a:sym typeface="Archivo Black" panose="020B0A03020202020B04"/>
              </a:defRPr>
            </a:lvl9pPr>
          </a:lstStyle>
          <a:p/>
        </p:txBody>
      </p:sp>
      <p:sp>
        <p:nvSpPr>
          <p:cNvPr id="201" name="Google Shape;201;p27"/>
          <p:cNvSpPr txBox="1">
            <a:spLocks noGrp="1"/>
          </p:cNvSpPr>
          <p:nvPr>
            <p:ph type="body" idx="1"/>
          </p:nvPr>
        </p:nvSpPr>
        <p:spPr>
          <a:xfrm>
            <a:off x="675951" y="1304925"/>
            <a:ext cx="4023600" cy="2917200"/>
          </a:xfrm>
          <a:prstGeom prst="rect">
            <a:avLst/>
          </a:prstGeom>
        </p:spPr>
        <p:txBody>
          <a:bodyPr spcFirstLastPara="1" wrap="square" lIns="91425" tIns="91425" rIns="91425" bIns="91425" anchor="t" anchorCtr="0">
            <a:noAutofit/>
          </a:bodyPr>
          <a:lstStyle>
            <a:lvl1pPr marL="457200" lvl="0" indent="-311150" rtl="0">
              <a:lnSpc>
                <a:spcPct val="100000"/>
              </a:lnSpc>
              <a:spcBef>
                <a:spcPts val="0"/>
              </a:spcBef>
              <a:spcAft>
                <a:spcPts val="0"/>
              </a:spcAft>
              <a:buSzPts val="1300"/>
              <a:buChar char="●"/>
              <a:defRPr sz="1300"/>
            </a:lvl1pPr>
            <a:lvl2pPr marL="914400" lvl="1" indent="-311150" rtl="0">
              <a:lnSpc>
                <a:spcPct val="100000"/>
              </a:lnSpc>
              <a:spcBef>
                <a:spcPts val="1600"/>
              </a:spcBef>
              <a:spcAft>
                <a:spcPts val="0"/>
              </a:spcAft>
              <a:buSzPts val="1300"/>
              <a:buChar char="○"/>
              <a:defRPr sz="1300"/>
            </a:lvl2pPr>
            <a:lvl3pPr marL="1371600" lvl="2" indent="-311150" rtl="0">
              <a:lnSpc>
                <a:spcPct val="100000"/>
              </a:lnSpc>
              <a:spcBef>
                <a:spcPts val="1600"/>
              </a:spcBef>
              <a:spcAft>
                <a:spcPts val="0"/>
              </a:spcAft>
              <a:buSzPts val="1300"/>
              <a:buChar char="■"/>
              <a:defRPr sz="1300"/>
            </a:lvl3pPr>
            <a:lvl4pPr marL="1828800" lvl="3" indent="-311150" rtl="0">
              <a:lnSpc>
                <a:spcPct val="100000"/>
              </a:lnSpc>
              <a:spcBef>
                <a:spcPts val="1600"/>
              </a:spcBef>
              <a:spcAft>
                <a:spcPts val="0"/>
              </a:spcAft>
              <a:buSzPts val="1300"/>
              <a:buChar char="●"/>
              <a:defRPr sz="1300"/>
            </a:lvl4pPr>
            <a:lvl5pPr marL="2286000" lvl="4" indent="-311150" rtl="0">
              <a:lnSpc>
                <a:spcPct val="100000"/>
              </a:lnSpc>
              <a:spcBef>
                <a:spcPts val="1600"/>
              </a:spcBef>
              <a:spcAft>
                <a:spcPts val="0"/>
              </a:spcAft>
              <a:buSzPts val="1300"/>
              <a:buChar char="○"/>
              <a:defRPr sz="1300"/>
            </a:lvl5pPr>
            <a:lvl6pPr marL="2743200" lvl="5" indent="-311150" rtl="0">
              <a:lnSpc>
                <a:spcPct val="100000"/>
              </a:lnSpc>
              <a:spcBef>
                <a:spcPts val="1600"/>
              </a:spcBef>
              <a:spcAft>
                <a:spcPts val="0"/>
              </a:spcAft>
              <a:buSzPts val="1300"/>
              <a:buChar char="■"/>
              <a:defRPr sz="1300"/>
            </a:lvl6pPr>
            <a:lvl7pPr marL="3200400" lvl="6" indent="-311150" rtl="0">
              <a:lnSpc>
                <a:spcPct val="100000"/>
              </a:lnSpc>
              <a:spcBef>
                <a:spcPts val="1600"/>
              </a:spcBef>
              <a:spcAft>
                <a:spcPts val="0"/>
              </a:spcAft>
              <a:buSzPts val="1300"/>
              <a:buChar char="●"/>
              <a:defRPr sz="1300"/>
            </a:lvl7pPr>
            <a:lvl8pPr marL="3657600" lvl="7" indent="-311150" rtl="0">
              <a:lnSpc>
                <a:spcPct val="100000"/>
              </a:lnSpc>
              <a:spcBef>
                <a:spcPts val="1600"/>
              </a:spcBef>
              <a:spcAft>
                <a:spcPts val="0"/>
              </a:spcAft>
              <a:buSzPts val="1300"/>
              <a:buChar char="○"/>
              <a:defRPr sz="1300"/>
            </a:lvl8pPr>
            <a:lvl9pPr marL="4114800" lvl="8" indent="-311150" rtl="0">
              <a:lnSpc>
                <a:spcPct val="100000"/>
              </a:lnSpc>
              <a:spcBef>
                <a:spcPts val="1600"/>
              </a:spcBef>
              <a:spcAft>
                <a:spcPts val="1600"/>
              </a:spcAft>
              <a:buSzPts val="1300"/>
              <a:buChar char="■"/>
              <a:defRPr sz="1300"/>
            </a:lvl9pPr>
          </a:lstStyle>
          <a:p/>
        </p:txBody>
      </p:sp>
      <p:sp>
        <p:nvSpPr>
          <p:cNvPr id="202" name="Google Shape;202;p27"/>
          <p:cNvSpPr txBox="1">
            <a:spLocks noGrp="1"/>
          </p:cNvSpPr>
          <p:nvPr>
            <p:ph type="body" idx="2"/>
          </p:nvPr>
        </p:nvSpPr>
        <p:spPr>
          <a:xfrm>
            <a:off x="4444584" y="1304925"/>
            <a:ext cx="4023600" cy="2917200"/>
          </a:xfrm>
          <a:prstGeom prst="rect">
            <a:avLst/>
          </a:prstGeom>
        </p:spPr>
        <p:txBody>
          <a:bodyPr spcFirstLastPara="1" wrap="square" lIns="91425" tIns="91425" rIns="91425" bIns="91425" anchor="t" anchorCtr="0">
            <a:noAutofit/>
          </a:bodyPr>
          <a:lstStyle>
            <a:lvl1pPr marL="457200" lvl="0" indent="-311150" rtl="0">
              <a:lnSpc>
                <a:spcPct val="100000"/>
              </a:lnSpc>
              <a:spcBef>
                <a:spcPts val="0"/>
              </a:spcBef>
              <a:spcAft>
                <a:spcPts val="0"/>
              </a:spcAft>
              <a:buSzPts val="1300"/>
              <a:buChar char="●"/>
              <a:defRPr sz="1300"/>
            </a:lvl1pPr>
            <a:lvl2pPr marL="914400" lvl="1" indent="-311150" rtl="0">
              <a:lnSpc>
                <a:spcPct val="100000"/>
              </a:lnSpc>
              <a:spcBef>
                <a:spcPts val="1600"/>
              </a:spcBef>
              <a:spcAft>
                <a:spcPts val="0"/>
              </a:spcAft>
              <a:buSzPts val="1300"/>
              <a:buChar char="○"/>
              <a:defRPr sz="1300"/>
            </a:lvl2pPr>
            <a:lvl3pPr marL="1371600" lvl="2" indent="-311150" rtl="0">
              <a:lnSpc>
                <a:spcPct val="100000"/>
              </a:lnSpc>
              <a:spcBef>
                <a:spcPts val="1600"/>
              </a:spcBef>
              <a:spcAft>
                <a:spcPts val="0"/>
              </a:spcAft>
              <a:buSzPts val="1300"/>
              <a:buChar char="■"/>
              <a:defRPr sz="1300"/>
            </a:lvl3pPr>
            <a:lvl4pPr marL="1828800" lvl="3" indent="-311150" rtl="0">
              <a:lnSpc>
                <a:spcPct val="100000"/>
              </a:lnSpc>
              <a:spcBef>
                <a:spcPts val="1600"/>
              </a:spcBef>
              <a:spcAft>
                <a:spcPts val="0"/>
              </a:spcAft>
              <a:buSzPts val="1300"/>
              <a:buChar char="●"/>
              <a:defRPr sz="1300"/>
            </a:lvl4pPr>
            <a:lvl5pPr marL="2286000" lvl="4" indent="-311150" rtl="0">
              <a:lnSpc>
                <a:spcPct val="100000"/>
              </a:lnSpc>
              <a:spcBef>
                <a:spcPts val="1600"/>
              </a:spcBef>
              <a:spcAft>
                <a:spcPts val="0"/>
              </a:spcAft>
              <a:buSzPts val="1300"/>
              <a:buChar char="○"/>
              <a:defRPr sz="1300"/>
            </a:lvl5pPr>
            <a:lvl6pPr marL="2743200" lvl="5" indent="-311150" rtl="0">
              <a:lnSpc>
                <a:spcPct val="100000"/>
              </a:lnSpc>
              <a:spcBef>
                <a:spcPts val="1600"/>
              </a:spcBef>
              <a:spcAft>
                <a:spcPts val="0"/>
              </a:spcAft>
              <a:buSzPts val="1300"/>
              <a:buChar char="■"/>
              <a:defRPr sz="1300"/>
            </a:lvl6pPr>
            <a:lvl7pPr marL="3200400" lvl="6" indent="-311150" rtl="0">
              <a:lnSpc>
                <a:spcPct val="100000"/>
              </a:lnSpc>
              <a:spcBef>
                <a:spcPts val="1600"/>
              </a:spcBef>
              <a:spcAft>
                <a:spcPts val="0"/>
              </a:spcAft>
              <a:buSzPts val="1300"/>
              <a:buChar char="●"/>
              <a:defRPr sz="1300"/>
            </a:lvl7pPr>
            <a:lvl8pPr marL="3657600" lvl="7" indent="-311150" rtl="0">
              <a:lnSpc>
                <a:spcPct val="100000"/>
              </a:lnSpc>
              <a:spcBef>
                <a:spcPts val="1600"/>
              </a:spcBef>
              <a:spcAft>
                <a:spcPts val="0"/>
              </a:spcAft>
              <a:buSzPts val="1300"/>
              <a:buChar char="○"/>
              <a:defRPr sz="1300"/>
            </a:lvl8pPr>
            <a:lvl9pPr marL="4114800" lvl="8" indent="-311150" rtl="0">
              <a:lnSpc>
                <a:spcPct val="100000"/>
              </a:lnSpc>
              <a:spcBef>
                <a:spcPts val="1600"/>
              </a:spcBef>
              <a:spcAft>
                <a:spcPts val="1600"/>
              </a:spcAft>
              <a:buSzPts val="1300"/>
              <a:buChar char="■"/>
              <a:defRPr sz="13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3">
  <p:cSld name="Title Only_3">
    <p:bg>
      <p:bgPr>
        <a:blipFill>
          <a:blip r:embed="rId2"/>
          <a:stretch>
            <a:fillRect/>
          </a:stretch>
        </a:blipFill>
        <a:effectLst/>
      </p:bgPr>
    </p:bg>
    <p:spTree>
      <p:nvGrpSpPr>
        <p:cNvPr id="1" name="Shape 203"/>
        <p:cNvGrpSpPr/>
        <p:nvPr/>
      </p:nvGrpSpPr>
      <p:grpSpPr>
        <a:xfrm>
          <a:off x="0" y="0"/>
          <a:ext cx="0" cy="0"/>
          <a:chOff x="0" y="0"/>
          <a:chExt cx="0" cy="0"/>
        </a:xfrm>
      </p:grpSpPr>
      <p:sp>
        <p:nvSpPr>
          <p:cNvPr id="204" name="Google Shape;204;p28"/>
          <p:cNvSpPr txBox="1">
            <a:spLocks noGrp="1"/>
          </p:cNvSpPr>
          <p:nvPr>
            <p:ph type="title"/>
          </p:nvPr>
        </p:nvSpPr>
        <p:spPr>
          <a:xfrm>
            <a:off x="402269" y="444624"/>
            <a:ext cx="7701000" cy="323700"/>
          </a:xfrm>
          <a:prstGeom prst="rect">
            <a:avLst/>
          </a:prstGeom>
          <a:noFill/>
          <a:ln>
            <a:noFill/>
          </a:ln>
        </p:spPr>
        <p:txBody>
          <a:bodyPr spcFirstLastPara="1" wrap="square" lIns="68575" tIns="34275" rIns="68575" bIns="34275" anchor="t" anchorCtr="0">
            <a:normAutofit/>
          </a:bodyPr>
          <a:lstStyle>
            <a:lvl1pPr lvl="0" algn="l" rtl="0">
              <a:lnSpc>
                <a:spcPct val="90000"/>
              </a:lnSpc>
              <a:spcBef>
                <a:spcPts val="0"/>
              </a:spcBef>
              <a:spcAft>
                <a:spcPts val="0"/>
              </a:spcAft>
              <a:buClr>
                <a:srgbClr val="3F3F3F"/>
              </a:buClr>
              <a:buSzPts val="1800"/>
              <a:buFont typeface="Arial" panose="020B0604020202020204"/>
              <a:buNone/>
              <a:defRPr sz="1800" b="1">
                <a:solidFill>
                  <a:srgbClr val="3F3F3F"/>
                </a:solidFill>
                <a:latin typeface="Arial" panose="020B0604020202020204"/>
                <a:ea typeface="Arial" panose="020B0604020202020204"/>
                <a:cs typeface="Arial" panose="020B0604020202020204"/>
                <a:sym typeface="Arial" panose="020B0604020202020204"/>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p:txBody>
      </p:sp>
      <p:sp>
        <p:nvSpPr>
          <p:cNvPr id="205" name="Google Shape;205;p28"/>
          <p:cNvSpPr txBox="1">
            <a:spLocks noGrp="1"/>
          </p:cNvSpPr>
          <p:nvPr>
            <p:ph type="body" idx="1"/>
          </p:nvPr>
        </p:nvSpPr>
        <p:spPr>
          <a:xfrm>
            <a:off x="402269" y="886448"/>
            <a:ext cx="7701000" cy="3795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rgbClr val="3F3F3F"/>
              </a:buClr>
              <a:buSzPts val="1400"/>
              <a:buNone/>
              <a:defRPr sz="1400">
                <a:solidFill>
                  <a:srgbClr val="3F3F3F"/>
                </a:solidFill>
                <a:latin typeface="Arial" panose="020B0604020202020204"/>
                <a:ea typeface="Arial" panose="020B0604020202020204"/>
                <a:cs typeface="Arial" panose="020B0604020202020204"/>
                <a:sym typeface="Arial" panose="020B0604020202020204"/>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p:txBody>
      </p:sp>
      <p:pic>
        <p:nvPicPr>
          <p:cNvPr id="206" name="Google Shape;206;p28"/>
          <p:cNvPicPr preferRelativeResize="0"/>
          <p:nvPr/>
        </p:nvPicPr>
        <p:blipFill rotWithShape="1">
          <a:blip r:embed="rId3"/>
          <a:srcRect/>
          <a:stretch>
            <a:fillRect/>
          </a:stretch>
        </p:blipFill>
        <p:spPr>
          <a:xfrm>
            <a:off x="0" y="447222"/>
            <a:ext cx="323850" cy="323850"/>
          </a:xfrm>
          <a:prstGeom prst="rect">
            <a:avLst/>
          </a:prstGeom>
          <a:noFill/>
          <a:ln>
            <a:noFill/>
          </a:ln>
        </p:spPr>
      </p:pic>
      <p:pic>
        <p:nvPicPr>
          <p:cNvPr id="207" name="Google Shape;207;p28"/>
          <p:cNvPicPr preferRelativeResize="0"/>
          <p:nvPr/>
        </p:nvPicPr>
        <p:blipFill rotWithShape="1">
          <a:blip r:embed="rId4">
            <a:alphaModFix amt="25000"/>
          </a:blip>
          <a:srcRect/>
          <a:stretch>
            <a:fillRect/>
          </a:stretch>
        </p:blipFill>
        <p:spPr>
          <a:xfrm>
            <a:off x="5258979" y="2571751"/>
            <a:ext cx="3885019" cy="2586334"/>
          </a:xfrm>
          <a:prstGeom prst="rect">
            <a:avLst/>
          </a:prstGeom>
          <a:noFill/>
          <a:ln>
            <a:noFill/>
          </a:ln>
        </p:spPr>
      </p:pic>
      <p:sp>
        <p:nvSpPr>
          <p:cNvPr id="208" name="Google Shape;208;p28"/>
          <p:cNvSpPr txBox="1">
            <a:spLocks noGrp="1"/>
          </p:cNvSpPr>
          <p:nvPr>
            <p:ph type="sldNum" idx="12"/>
          </p:nvPr>
        </p:nvSpPr>
        <p:spPr>
          <a:xfrm>
            <a:off x="8473167" y="4760604"/>
            <a:ext cx="2823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209"/>
        <p:cNvGrpSpPr/>
        <p:nvPr/>
      </p:nvGrpSpPr>
      <p:grpSpPr>
        <a:xfrm>
          <a:off x="0" y="0"/>
          <a:ext cx="0" cy="0"/>
          <a:chOff x="0" y="0"/>
          <a:chExt cx="0" cy="0"/>
        </a:xfrm>
      </p:grpSpPr>
      <p:sp>
        <p:nvSpPr>
          <p:cNvPr id="210" name="Google Shape;210;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1" name="Google Shape;211;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p:txBody>
      </p:sp>
      <p:sp>
        <p:nvSpPr>
          <p:cNvPr id="212" name="Google Shape;212;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213"/>
        <p:cNvGrpSpPr/>
        <p:nvPr/>
      </p:nvGrpSpPr>
      <p:grpSpPr>
        <a:xfrm>
          <a:off x="0" y="0"/>
          <a:ext cx="0" cy="0"/>
          <a:chOff x="0" y="0"/>
          <a:chExt cx="0" cy="0"/>
        </a:xfrm>
      </p:grpSpPr>
      <p:sp>
        <p:nvSpPr>
          <p:cNvPr id="214" name="Google Shape;214;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5" name="Google Shape;215;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p:txBody>
      </p:sp>
      <p:sp>
        <p:nvSpPr>
          <p:cNvPr id="216" name="Google Shape;216;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3">
  <p:cSld name="TITLE_AND_BODY_3">
    <p:spTree>
      <p:nvGrpSpPr>
        <p:cNvPr id="1" name="Shape 217"/>
        <p:cNvGrpSpPr/>
        <p:nvPr/>
      </p:nvGrpSpPr>
      <p:grpSpPr>
        <a:xfrm>
          <a:off x="0" y="0"/>
          <a:ext cx="0" cy="0"/>
          <a:chOff x="0" y="0"/>
          <a:chExt cx="0" cy="0"/>
        </a:xfrm>
      </p:grpSpPr>
      <p:sp>
        <p:nvSpPr>
          <p:cNvPr id="218" name="Google Shape;218;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9" name="Google Shape;219;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p:txBody>
      </p:sp>
      <p:sp>
        <p:nvSpPr>
          <p:cNvPr id="220" name="Google Shape;220;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body 4">
  <p:cSld name="TITLE_AND_BODY_4">
    <p:spTree>
      <p:nvGrpSpPr>
        <p:cNvPr id="1" name="Shape 221"/>
        <p:cNvGrpSpPr/>
        <p:nvPr/>
      </p:nvGrpSpPr>
      <p:grpSpPr>
        <a:xfrm>
          <a:off x="0" y="0"/>
          <a:ext cx="0" cy="0"/>
          <a:chOff x="0" y="0"/>
          <a:chExt cx="0" cy="0"/>
        </a:xfrm>
      </p:grpSpPr>
      <p:sp>
        <p:nvSpPr>
          <p:cNvPr id="222" name="Google Shape;222;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3" name="Google Shape;223;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p:txBody>
      </p:sp>
      <p:sp>
        <p:nvSpPr>
          <p:cNvPr id="224" name="Google Shape;224;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body 5">
  <p:cSld name="TITLE_AND_BODY_5">
    <p:spTree>
      <p:nvGrpSpPr>
        <p:cNvPr id="1" name="Shape 225"/>
        <p:cNvGrpSpPr/>
        <p:nvPr/>
      </p:nvGrpSpPr>
      <p:grpSpPr>
        <a:xfrm>
          <a:off x="0" y="0"/>
          <a:ext cx="0" cy="0"/>
          <a:chOff x="0" y="0"/>
          <a:chExt cx="0" cy="0"/>
        </a:xfrm>
      </p:grpSpPr>
      <p:sp>
        <p:nvSpPr>
          <p:cNvPr id="226" name="Google Shape;226;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7" name="Google Shape;227;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p:txBody>
      </p:sp>
      <p:sp>
        <p:nvSpPr>
          <p:cNvPr id="228" name="Google Shape;228;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body 6">
  <p:cSld name="TITLE_AND_BODY_6">
    <p:spTree>
      <p:nvGrpSpPr>
        <p:cNvPr id="1" name="Shape 229"/>
        <p:cNvGrpSpPr/>
        <p:nvPr/>
      </p:nvGrpSpPr>
      <p:grpSpPr>
        <a:xfrm>
          <a:off x="0" y="0"/>
          <a:ext cx="0" cy="0"/>
          <a:chOff x="0" y="0"/>
          <a:chExt cx="0" cy="0"/>
        </a:xfrm>
      </p:grpSpPr>
      <p:sp>
        <p:nvSpPr>
          <p:cNvPr id="230" name="Google Shape;230;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1" name="Google Shape;231;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p:txBody>
      </p:sp>
      <p:sp>
        <p:nvSpPr>
          <p:cNvPr id="232" name="Google Shape;232;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p:cSld name="Title Only_4">
    <p:bg>
      <p:bgPr>
        <a:blipFill>
          <a:blip r:embed="rId2"/>
          <a:stretch>
            <a:fillRect/>
          </a:stretch>
        </a:blipFill>
        <a:effectLst/>
      </p:bgPr>
    </p:bg>
    <p:spTree>
      <p:nvGrpSpPr>
        <p:cNvPr id="1" name="Shape 233"/>
        <p:cNvGrpSpPr/>
        <p:nvPr/>
      </p:nvGrpSpPr>
      <p:grpSpPr>
        <a:xfrm>
          <a:off x="0" y="0"/>
          <a:ext cx="0" cy="0"/>
          <a:chOff x="0" y="0"/>
          <a:chExt cx="0" cy="0"/>
        </a:xfrm>
      </p:grpSpPr>
      <p:sp>
        <p:nvSpPr>
          <p:cNvPr id="234" name="Google Shape;234;p35"/>
          <p:cNvSpPr txBox="1">
            <a:spLocks noGrp="1"/>
          </p:cNvSpPr>
          <p:nvPr>
            <p:ph type="title"/>
          </p:nvPr>
        </p:nvSpPr>
        <p:spPr>
          <a:xfrm>
            <a:off x="402269" y="501774"/>
            <a:ext cx="7701000" cy="323700"/>
          </a:xfrm>
          <a:prstGeom prst="rect">
            <a:avLst/>
          </a:prstGeom>
          <a:noFill/>
          <a:ln>
            <a:noFill/>
          </a:ln>
        </p:spPr>
        <p:txBody>
          <a:bodyPr spcFirstLastPara="1" wrap="square" lIns="68575" tIns="34275" rIns="68575" bIns="34275" anchor="t" anchorCtr="0">
            <a:noAutofit/>
          </a:bodyPr>
          <a:lstStyle>
            <a:lvl1pPr lvl="0" algn="l" rtl="0">
              <a:lnSpc>
                <a:spcPct val="90000"/>
              </a:lnSpc>
              <a:spcBef>
                <a:spcPts val="0"/>
              </a:spcBef>
              <a:spcAft>
                <a:spcPts val="0"/>
              </a:spcAft>
              <a:buClr>
                <a:srgbClr val="3F3F3F"/>
              </a:buClr>
              <a:buSzPts val="1800"/>
              <a:buFont typeface="Arial" panose="020B0604020202020204"/>
              <a:buNone/>
              <a:defRPr sz="1800" b="1">
                <a:solidFill>
                  <a:srgbClr val="3F3F3F"/>
                </a:solidFill>
                <a:latin typeface="Arial" panose="020B0604020202020204"/>
                <a:ea typeface="Arial" panose="020B0604020202020204"/>
                <a:cs typeface="Arial" panose="020B0604020202020204"/>
                <a:sym typeface="Arial" panose="020B0604020202020204"/>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p:txBody>
      </p:sp>
      <p:sp>
        <p:nvSpPr>
          <p:cNvPr id="235" name="Google Shape;235;p35"/>
          <p:cNvSpPr txBox="1">
            <a:spLocks noGrp="1"/>
          </p:cNvSpPr>
          <p:nvPr>
            <p:ph type="body" idx="1"/>
          </p:nvPr>
        </p:nvSpPr>
        <p:spPr>
          <a:xfrm>
            <a:off x="402269" y="886448"/>
            <a:ext cx="7701000" cy="3795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rgbClr val="3F3F3F"/>
              </a:buClr>
              <a:buSzPts val="1400"/>
              <a:buNone/>
              <a:defRPr sz="1400">
                <a:solidFill>
                  <a:srgbClr val="3F3F3F"/>
                </a:solidFill>
                <a:latin typeface="Arial" panose="020B0604020202020204"/>
                <a:ea typeface="Arial" panose="020B0604020202020204"/>
                <a:cs typeface="Arial" panose="020B0604020202020204"/>
                <a:sym typeface="Arial" panose="020B0604020202020204"/>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p:txBody>
      </p:sp>
      <p:sp>
        <p:nvSpPr>
          <p:cNvPr id="236" name="Google Shape;236;p35"/>
          <p:cNvSpPr txBox="1">
            <a:spLocks noGrp="1"/>
          </p:cNvSpPr>
          <p:nvPr>
            <p:ph type="body" idx="2"/>
          </p:nvPr>
        </p:nvSpPr>
        <p:spPr>
          <a:xfrm rot="-5400000">
            <a:off x="-723855" y="1648992"/>
            <a:ext cx="1810200" cy="285000"/>
          </a:xfrm>
          <a:prstGeom prst="rect">
            <a:avLst/>
          </a:prstGeom>
          <a:noFill/>
          <a:ln>
            <a:noFill/>
          </a:ln>
        </p:spPr>
        <p:txBody>
          <a:bodyPr spcFirstLastPara="1" wrap="square" lIns="68575" tIns="34275" rIns="68575" bIns="34275" anchor="b" anchorCtr="0">
            <a:noAutofit/>
          </a:bodyPr>
          <a:lstStyle>
            <a:lvl1pPr marL="457200" lvl="0" indent="-228600" algn="r" rtl="0">
              <a:lnSpc>
                <a:spcPct val="90000"/>
              </a:lnSpc>
              <a:spcBef>
                <a:spcPts val="800"/>
              </a:spcBef>
              <a:spcAft>
                <a:spcPts val="0"/>
              </a:spcAft>
              <a:buClr>
                <a:srgbClr val="3F3F3F"/>
              </a:buClr>
              <a:buSzPts val="900"/>
              <a:buNone/>
              <a:defRPr sz="900">
                <a:solidFill>
                  <a:srgbClr val="3F3F3F"/>
                </a:solidFill>
                <a:latin typeface="Arial" panose="020B0604020202020204"/>
                <a:ea typeface="Arial" panose="020B0604020202020204"/>
                <a:cs typeface="Arial" panose="020B0604020202020204"/>
                <a:sym typeface="Arial" panose="020B0604020202020204"/>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p:txBody>
      </p:sp>
      <p:sp>
        <p:nvSpPr>
          <p:cNvPr id="237" name="Google Shape;237;p35"/>
          <p:cNvSpPr txBox="1">
            <a:spLocks noGrp="1"/>
          </p:cNvSpPr>
          <p:nvPr>
            <p:ph type="ftr" idx="11"/>
          </p:nvPr>
        </p:nvSpPr>
        <p:spPr>
          <a:xfrm>
            <a:off x="5287735" y="4767263"/>
            <a:ext cx="30861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sz="800" b="0" i="0">
                <a:solidFill>
                  <a:srgbClr val="3F3F3F"/>
                </a:solidFill>
                <a:latin typeface="Arial" panose="020B0604020202020204"/>
                <a:ea typeface="Arial" panose="020B0604020202020204"/>
                <a:cs typeface="Arial" panose="020B0604020202020204"/>
                <a:sym typeface="Arial" panose="020B0604020202020204"/>
              </a:defRPr>
            </a:lvl1pPr>
            <a:lvl2pPr lvl="1" algn="l" rtl="0">
              <a:lnSpc>
                <a:spcPct val="100000"/>
              </a:lnSpc>
              <a:spcBef>
                <a:spcPts val="0"/>
              </a:spcBef>
              <a:spcAft>
                <a:spcPts val="0"/>
              </a:spcAft>
              <a:buSzPts val="1100"/>
              <a:buNone/>
              <a:defRPr sz="1100"/>
            </a:lvl2pPr>
            <a:lvl3pPr lvl="2" algn="l" rtl="0">
              <a:lnSpc>
                <a:spcPct val="100000"/>
              </a:lnSpc>
              <a:spcBef>
                <a:spcPts val="0"/>
              </a:spcBef>
              <a:spcAft>
                <a:spcPts val="0"/>
              </a:spcAft>
              <a:buSzPts val="1100"/>
              <a:buNone/>
              <a:defRPr sz="1100"/>
            </a:lvl3pPr>
            <a:lvl4pPr lvl="3" algn="l" rtl="0">
              <a:lnSpc>
                <a:spcPct val="100000"/>
              </a:lnSpc>
              <a:spcBef>
                <a:spcPts val="0"/>
              </a:spcBef>
              <a:spcAft>
                <a:spcPts val="0"/>
              </a:spcAft>
              <a:buSzPts val="1100"/>
              <a:buNone/>
              <a:defRPr sz="1100"/>
            </a:lvl4pPr>
            <a:lvl5pPr lvl="4" algn="l" rtl="0">
              <a:lnSpc>
                <a:spcPct val="100000"/>
              </a:lnSpc>
              <a:spcBef>
                <a:spcPts val="0"/>
              </a:spcBef>
              <a:spcAft>
                <a:spcPts val="0"/>
              </a:spcAft>
              <a:buSzPts val="1100"/>
              <a:buNone/>
              <a:defRPr sz="1100"/>
            </a:lvl5pPr>
            <a:lvl6pPr lvl="5" algn="l" rtl="0">
              <a:lnSpc>
                <a:spcPct val="100000"/>
              </a:lnSpc>
              <a:spcBef>
                <a:spcPts val="0"/>
              </a:spcBef>
              <a:spcAft>
                <a:spcPts val="0"/>
              </a:spcAft>
              <a:buSzPts val="1100"/>
              <a:buNone/>
              <a:defRPr sz="1100"/>
            </a:lvl6pPr>
            <a:lvl7pPr lvl="6" algn="l" rtl="0">
              <a:lnSpc>
                <a:spcPct val="100000"/>
              </a:lnSpc>
              <a:spcBef>
                <a:spcPts val="0"/>
              </a:spcBef>
              <a:spcAft>
                <a:spcPts val="0"/>
              </a:spcAft>
              <a:buSzPts val="1100"/>
              <a:buNone/>
              <a:defRPr sz="1100"/>
            </a:lvl7pPr>
            <a:lvl8pPr lvl="7" algn="l" rtl="0">
              <a:lnSpc>
                <a:spcPct val="100000"/>
              </a:lnSpc>
              <a:spcBef>
                <a:spcPts val="0"/>
              </a:spcBef>
              <a:spcAft>
                <a:spcPts val="0"/>
              </a:spcAft>
              <a:buSzPts val="1100"/>
              <a:buNone/>
              <a:defRPr sz="1100"/>
            </a:lvl8pPr>
            <a:lvl9pPr lvl="8" algn="l" rtl="0">
              <a:lnSpc>
                <a:spcPct val="100000"/>
              </a:lnSpc>
              <a:spcBef>
                <a:spcPts val="0"/>
              </a:spcBef>
              <a:spcAft>
                <a:spcPts val="0"/>
              </a:spcAft>
              <a:buSzPts val="1100"/>
              <a:buNone/>
              <a:defRPr sz="1100"/>
            </a:lvl9pPr>
          </a:lstStyle>
          <a:p/>
        </p:txBody>
      </p:sp>
      <p:sp>
        <p:nvSpPr>
          <p:cNvPr id="238" name="Google Shape;238;p35"/>
          <p:cNvSpPr txBox="1">
            <a:spLocks noGrp="1"/>
          </p:cNvSpPr>
          <p:nvPr>
            <p:ph type="sldNum" idx="12"/>
          </p:nvPr>
        </p:nvSpPr>
        <p:spPr>
          <a:xfrm>
            <a:off x="8473167" y="4760604"/>
            <a:ext cx="2823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pic>
        <p:nvPicPr>
          <p:cNvPr id="239" name="Google Shape;239;p35"/>
          <p:cNvPicPr preferRelativeResize="0"/>
          <p:nvPr/>
        </p:nvPicPr>
        <p:blipFill rotWithShape="1">
          <a:blip r:embed="rId3"/>
          <a:srcRect/>
          <a:stretch>
            <a:fillRect/>
          </a:stretch>
        </p:blipFill>
        <p:spPr>
          <a:xfrm>
            <a:off x="111036" y="490018"/>
            <a:ext cx="312576" cy="335607"/>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1">
  <p:cSld name="Title Only_5">
    <p:bg>
      <p:bgPr>
        <a:blipFill>
          <a:blip r:embed="rId2"/>
          <a:stretch>
            <a:fillRect/>
          </a:stretch>
        </a:blipFill>
        <a:effectLst/>
      </p:bgPr>
    </p:bg>
    <p:spTree>
      <p:nvGrpSpPr>
        <p:cNvPr id="1" name="Shape 240"/>
        <p:cNvGrpSpPr/>
        <p:nvPr/>
      </p:nvGrpSpPr>
      <p:grpSpPr>
        <a:xfrm>
          <a:off x="0" y="0"/>
          <a:ext cx="0" cy="0"/>
          <a:chOff x="0" y="0"/>
          <a:chExt cx="0" cy="0"/>
        </a:xfrm>
      </p:grpSpPr>
      <p:sp>
        <p:nvSpPr>
          <p:cNvPr id="241" name="Google Shape;241;p36"/>
          <p:cNvSpPr txBox="1">
            <a:spLocks noGrp="1"/>
          </p:cNvSpPr>
          <p:nvPr>
            <p:ph type="title"/>
          </p:nvPr>
        </p:nvSpPr>
        <p:spPr>
          <a:xfrm>
            <a:off x="402269" y="501774"/>
            <a:ext cx="7701000" cy="323700"/>
          </a:xfrm>
          <a:prstGeom prst="rect">
            <a:avLst/>
          </a:prstGeom>
          <a:noFill/>
          <a:ln>
            <a:noFill/>
          </a:ln>
        </p:spPr>
        <p:txBody>
          <a:bodyPr spcFirstLastPara="1" wrap="square" lIns="68575" tIns="34275" rIns="68575" bIns="34275" anchor="t" anchorCtr="0">
            <a:noAutofit/>
          </a:bodyPr>
          <a:lstStyle>
            <a:lvl1pPr lvl="0" algn="l" rtl="0">
              <a:lnSpc>
                <a:spcPct val="90000"/>
              </a:lnSpc>
              <a:spcBef>
                <a:spcPts val="0"/>
              </a:spcBef>
              <a:spcAft>
                <a:spcPts val="0"/>
              </a:spcAft>
              <a:buClr>
                <a:srgbClr val="3F3F3F"/>
              </a:buClr>
              <a:buSzPts val="1800"/>
              <a:buFont typeface="Arial" panose="020B0604020202020204"/>
              <a:buNone/>
              <a:defRPr sz="1800" b="1">
                <a:solidFill>
                  <a:srgbClr val="3F3F3F"/>
                </a:solidFill>
                <a:latin typeface="Arial" panose="020B0604020202020204"/>
                <a:ea typeface="Arial" panose="020B0604020202020204"/>
                <a:cs typeface="Arial" panose="020B0604020202020204"/>
                <a:sym typeface="Arial" panose="020B0604020202020204"/>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p:txBody>
      </p:sp>
      <p:sp>
        <p:nvSpPr>
          <p:cNvPr id="242" name="Google Shape;242;p36"/>
          <p:cNvSpPr txBox="1">
            <a:spLocks noGrp="1"/>
          </p:cNvSpPr>
          <p:nvPr>
            <p:ph type="body" idx="1"/>
          </p:nvPr>
        </p:nvSpPr>
        <p:spPr>
          <a:xfrm>
            <a:off x="402269" y="886448"/>
            <a:ext cx="7701000" cy="3795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rgbClr val="3F3F3F"/>
              </a:buClr>
              <a:buSzPts val="1400"/>
              <a:buNone/>
              <a:defRPr sz="1400">
                <a:solidFill>
                  <a:srgbClr val="3F3F3F"/>
                </a:solidFill>
                <a:latin typeface="Arial" panose="020B0604020202020204"/>
                <a:ea typeface="Arial" panose="020B0604020202020204"/>
                <a:cs typeface="Arial" panose="020B0604020202020204"/>
                <a:sym typeface="Arial" panose="020B0604020202020204"/>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p:txBody>
      </p:sp>
      <p:sp>
        <p:nvSpPr>
          <p:cNvPr id="243" name="Google Shape;243;p36"/>
          <p:cNvSpPr txBox="1">
            <a:spLocks noGrp="1"/>
          </p:cNvSpPr>
          <p:nvPr>
            <p:ph type="body" idx="2"/>
          </p:nvPr>
        </p:nvSpPr>
        <p:spPr>
          <a:xfrm rot="-5400000">
            <a:off x="-723855" y="1648992"/>
            <a:ext cx="1810200" cy="285000"/>
          </a:xfrm>
          <a:prstGeom prst="rect">
            <a:avLst/>
          </a:prstGeom>
          <a:noFill/>
          <a:ln>
            <a:noFill/>
          </a:ln>
        </p:spPr>
        <p:txBody>
          <a:bodyPr spcFirstLastPara="1" wrap="square" lIns="68575" tIns="34275" rIns="68575" bIns="34275" anchor="b" anchorCtr="0">
            <a:noAutofit/>
          </a:bodyPr>
          <a:lstStyle>
            <a:lvl1pPr marL="457200" lvl="0" indent="-228600" algn="r" rtl="0">
              <a:lnSpc>
                <a:spcPct val="90000"/>
              </a:lnSpc>
              <a:spcBef>
                <a:spcPts val="800"/>
              </a:spcBef>
              <a:spcAft>
                <a:spcPts val="0"/>
              </a:spcAft>
              <a:buClr>
                <a:srgbClr val="3F3F3F"/>
              </a:buClr>
              <a:buSzPts val="900"/>
              <a:buNone/>
              <a:defRPr sz="900">
                <a:solidFill>
                  <a:srgbClr val="3F3F3F"/>
                </a:solidFill>
                <a:latin typeface="Arial" panose="020B0604020202020204"/>
                <a:ea typeface="Arial" panose="020B0604020202020204"/>
                <a:cs typeface="Arial" panose="020B0604020202020204"/>
                <a:sym typeface="Arial" panose="020B0604020202020204"/>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p:txBody>
      </p:sp>
      <p:sp>
        <p:nvSpPr>
          <p:cNvPr id="244" name="Google Shape;244;p36"/>
          <p:cNvSpPr txBox="1">
            <a:spLocks noGrp="1"/>
          </p:cNvSpPr>
          <p:nvPr>
            <p:ph type="ftr" idx="11"/>
          </p:nvPr>
        </p:nvSpPr>
        <p:spPr>
          <a:xfrm>
            <a:off x="5287735" y="4767263"/>
            <a:ext cx="30861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sz="800" b="0" i="0">
                <a:solidFill>
                  <a:srgbClr val="3F3F3F"/>
                </a:solidFill>
                <a:latin typeface="Arial" panose="020B0604020202020204"/>
                <a:ea typeface="Arial" panose="020B0604020202020204"/>
                <a:cs typeface="Arial" panose="020B0604020202020204"/>
                <a:sym typeface="Arial" panose="020B0604020202020204"/>
              </a:defRPr>
            </a:lvl1pPr>
            <a:lvl2pPr lvl="1" algn="l" rtl="0">
              <a:lnSpc>
                <a:spcPct val="100000"/>
              </a:lnSpc>
              <a:spcBef>
                <a:spcPts val="0"/>
              </a:spcBef>
              <a:spcAft>
                <a:spcPts val="0"/>
              </a:spcAft>
              <a:buSzPts val="1100"/>
              <a:buNone/>
              <a:defRPr sz="1100"/>
            </a:lvl2pPr>
            <a:lvl3pPr lvl="2" algn="l" rtl="0">
              <a:lnSpc>
                <a:spcPct val="100000"/>
              </a:lnSpc>
              <a:spcBef>
                <a:spcPts val="0"/>
              </a:spcBef>
              <a:spcAft>
                <a:spcPts val="0"/>
              </a:spcAft>
              <a:buSzPts val="1100"/>
              <a:buNone/>
              <a:defRPr sz="1100"/>
            </a:lvl3pPr>
            <a:lvl4pPr lvl="3" algn="l" rtl="0">
              <a:lnSpc>
                <a:spcPct val="100000"/>
              </a:lnSpc>
              <a:spcBef>
                <a:spcPts val="0"/>
              </a:spcBef>
              <a:spcAft>
                <a:spcPts val="0"/>
              </a:spcAft>
              <a:buSzPts val="1100"/>
              <a:buNone/>
              <a:defRPr sz="1100"/>
            </a:lvl4pPr>
            <a:lvl5pPr lvl="4" algn="l" rtl="0">
              <a:lnSpc>
                <a:spcPct val="100000"/>
              </a:lnSpc>
              <a:spcBef>
                <a:spcPts val="0"/>
              </a:spcBef>
              <a:spcAft>
                <a:spcPts val="0"/>
              </a:spcAft>
              <a:buSzPts val="1100"/>
              <a:buNone/>
              <a:defRPr sz="1100"/>
            </a:lvl5pPr>
            <a:lvl6pPr lvl="5" algn="l" rtl="0">
              <a:lnSpc>
                <a:spcPct val="100000"/>
              </a:lnSpc>
              <a:spcBef>
                <a:spcPts val="0"/>
              </a:spcBef>
              <a:spcAft>
                <a:spcPts val="0"/>
              </a:spcAft>
              <a:buSzPts val="1100"/>
              <a:buNone/>
              <a:defRPr sz="1100"/>
            </a:lvl6pPr>
            <a:lvl7pPr lvl="6" algn="l" rtl="0">
              <a:lnSpc>
                <a:spcPct val="100000"/>
              </a:lnSpc>
              <a:spcBef>
                <a:spcPts val="0"/>
              </a:spcBef>
              <a:spcAft>
                <a:spcPts val="0"/>
              </a:spcAft>
              <a:buSzPts val="1100"/>
              <a:buNone/>
              <a:defRPr sz="1100"/>
            </a:lvl7pPr>
            <a:lvl8pPr lvl="7" algn="l" rtl="0">
              <a:lnSpc>
                <a:spcPct val="100000"/>
              </a:lnSpc>
              <a:spcBef>
                <a:spcPts val="0"/>
              </a:spcBef>
              <a:spcAft>
                <a:spcPts val="0"/>
              </a:spcAft>
              <a:buSzPts val="1100"/>
              <a:buNone/>
              <a:defRPr sz="1100"/>
            </a:lvl8pPr>
            <a:lvl9pPr lvl="8" algn="l" rtl="0">
              <a:lnSpc>
                <a:spcPct val="100000"/>
              </a:lnSpc>
              <a:spcBef>
                <a:spcPts val="0"/>
              </a:spcBef>
              <a:spcAft>
                <a:spcPts val="0"/>
              </a:spcAft>
              <a:buSzPts val="1100"/>
              <a:buNone/>
              <a:defRPr sz="1100"/>
            </a:lvl9pPr>
          </a:lstStyle>
          <a:p/>
        </p:txBody>
      </p:sp>
      <p:sp>
        <p:nvSpPr>
          <p:cNvPr id="245" name="Google Shape;245;p36"/>
          <p:cNvSpPr txBox="1">
            <a:spLocks noGrp="1"/>
          </p:cNvSpPr>
          <p:nvPr>
            <p:ph type="sldNum" idx="12"/>
          </p:nvPr>
        </p:nvSpPr>
        <p:spPr>
          <a:xfrm>
            <a:off x="8473167" y="4760604"/>
            <a:ext cx="2823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pic>
        <p:nvPicPr>
          <p:cNvPr id="246" name="Google Shape;246;p36"/>
          <p:cNvPicPr preferRelativeResize="0"/>
          <p:nvPr/>
        </p:nvPicPr>
        <p:blipFill rotWithShape="1">
          <a:blip r:embed="rId3"/>
          <a:srcRect/>
          <a:stretch>
            <a:fillRect/>
          </a:stretch>
        </p:blipFill>
        <p:spPr>
          <a:xfrm>
            <a:off x="111036" y="490018"/>
            <a:ext cx="312576" cy="335607"/>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2">
  <p:cSld name="Title Only_6">
    <p:bg>
      <p:bgPr>
        <a:blipFill>
          <a:blip r:embed="rId2"/>
          <a:stretch>
            <a:fillRect/>
          </a:stretch>
        </a:blipFill>
        <a:effectLst/>
      </p:bgPr>
    </p:bg>
    <p:spTree>
      <p:nvGrpSpPr>
        <p:cNvPr id="1" name="Shape 247"/>
        <p:cNvGrpSpPr/>
        <p:nvPr/>
      </p:nvGrpSpPr>
      <p:grpSpPr>
        <a:xfrm>
          <a:off x="0" y="0"/>
          <a:ext cx="0" cy="0"/>
          <a:chOff x="0" y="0"/>
          <a:chExt cx="0" cy="0"/>
        </a:xfrm>
      </p:grpSpPr>
      <p:sp>
        <p:nvSpPr>
          <p:cNvPr id="248" name="Google Shape;248;p37"/>
          <p:cNvSpPr txBox="1">
            <a:spLocks noGrp="1"/>
          </p:cNvSpPr>
          <p:nvPr>
            <p:ph type="title"/>
          </p:nvPr>
        </p:nvSpPr>
        <p:spPr>
          <a:xfrm>
            <a:off x="402269" y="501774"/>
            <a:ext cx="7701000" cy="323700"/>
          </a:xfrm>
          <a:prstGeom prst="rect">
            <a:avLst/>
          </a:prstGeom>
          <a:noFill/>
          <a:ln>
            <a:noFill/>
          </a:ln>
        </p:spPr>
        <p:txBody>
          <a:bodyPr spcFirstLastPara="1" wrap="square" lIns="68575" tIns="34275" rIns="68575" bIns="34275" anchor="t" anchorCtr="0">
            <a:noAutofit/>
          </a:bodyPr>
          <a:lstStyle>
            <a:lvl1pPr lvl="0" algn="l" rtl="0">
              <a:lnSpc>
                <a:spcPct val="90000"/>
              </a:lnSpc>
              <a:spcBef>
                <a:spcPts val="0"/>
              </a:spcBef>
              <a:spcAft>
                <a:spcPts val="0"/>
              </a:spcAft>
              <a:buClr>
                <a:srgbClr val="3F3F3F"/>
              </a:buClr>
              <a:buSzPts val="1800"/>
              <a:buFont typeface="Arial" panose="020B0604020202020204"/>
              <a:buNone/>
              <a:defRPr sz="1800" b="1">
                <a:solidFill>
                  <a:srgbClr val="3F3F3F"/>
                </a:solidFill>
                <a:latin typeface="Arial" panose="020B0604020202020204"/>
                <a:ea typeface="Arial" panose="020B0604020202020204"/>
                <a:cs typeface="Arial" panose="020B0604020202020204"/>
                <a:sym typeface="Arial" panose="020B0604020202020204"/>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p:txBody>
      </p:sp>
      <p:sp>
        <p:nvSpPr>
          <p:cNvPr id="249" name="Google Shape;249;p37"/>
          <p:cNvSpPr txBox="1">
            <a:spLocks noGrp="1"/>
          </p:cNvSpPr>
          <p:nvPr>
            <p:ph type="body" idx="1"/>
          </p:nvPr>
        </p:nvSpPr>
        <p:spPr>
          <a:xfrm>
            <a:off x="402269" y="886448"/>
            <a:ext cx="7701000" cy="3795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rgbClr val="3F3F3F"/>
              </a:buClr>
              <a:buSzPts val="1400"/>
              <a:buNone/>
              <a:defRPr sz="1400">
                <a:solidFill>
                  <a:srgbClr val="3F3F3F"/>
                </a:solidFill>
                <a:latin typeface="Arial" panose="020B0604020202020204"/>
                <a:ea typeface="Arial" panose="020B0604020202020204"/>
                <a:cs typeface="Arial" panose="020B0604020202020204"/>
                <a:sym typeface="Arial" panose="020B0604020202020204"/>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p:txBody>
      </p:sp>
      <p:sp>
        <p:nvSpPr>
          <p:cNvPr id="250" name="Google Shape;250;p37"/>
          <p:cNvSpPr txBox="1">
            <a:spLocks noGrp="1"/>
          </p:cNvSpPr>
          <p:nvPr>
            <p:ph type="body" idx="2"/>
          </p:nvPr>
        </p:nvSpPr>
        <p:spPr>
          <a:xfrm rot="-5400000">
            <a:off x="-723855" y="1648992"/>
            <a:ext cx="1810200" cy="285000"/>
          </a:xfrm>
          <a:prstGeom prst="rect">
            <a:avLst/>
          </a:prstGeom>
          <a:noFill/>
          <a:ln>
            <a:noFill/>
          </a:ln>
        </p:spPr>
        <p:txBody>
          <a:bodyPr spcFirstLastPara="1" wrap="square" lIns="68575" tIns="34275" rIns="68575" bIns="34275" anchor="b" anchorCtr="0">
            <a:noAutofit/>
          </a:bodyPr>
          <a:lstStyle>
            <a:lvl1pPr marL="457200" lvl="0" indent="-228600" algn="r" rtl="0">
              <a:lnSpc>
                <a:spcPct val="90000"/>
              </a:lnSpc>
              <a:spcBef>
                <a:spcPts val="800"/>
              </a:spcBef>
              <a:spcAft>
                <a:spcPts val="0"/>
              </a:spcAft>
              <a:buClr>
                <a:srgbClr val="3F3F3F"/>
              </a:buClr>
              <a:buSzPts val="900"/>
              <a:buNone/>
              <a:defRPr sz="900">
                <a:solidFill>
                  <a:srgbClr val="3F3F3F"/>
                </a:solidFill>
                <a:latin typeface="Arial" panose="020B0604020202020204"/>
                <a:ea typeface="Arial" panose="020B0604020202020204"/>
                <a:cs typeface="Arial" panose="020B0604020202020204"/>
                <a:sym typeface="Arial" panose="020B0604020202020204"/>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p:txBody>
      </p:sp>
      <p:sp>
        <p:nvSpPr>
          <p:cNvPr id="251" name="Google Shape;251;p37"/>
          <p:cNvSpPr txBox="1">
            <a:spLocks noGrp="1"/>
          </p:cNvSpPr>
          <p:nvPr>
            <p:ph type="ftr" idx="11"/>
          </p:nvPr>
        </p:nvSpPr>
        <p:spPr>
          <a:xfrm>
            <a:off x="5287735" y="4767263"/>
            <a:ext cx="30861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sz="800" b="0" i="0">
                <a:solidFill>
                  <a:srgbClr val="3F3F3F"/>
                </a:solidFill>
                <a:latin typeface="Arial" panose="020B0604020202020204"/>
                <a:ea typeface="Arial" panose="020B0604020202020204"/>
                <a:cs typeface="Arial" panose="020B0604020202020204"/>
                <a:sym typeface="Arial" panose="020B0604020202020204"/>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p:txBody>
      </p:sp>
      <p:sp>
        <p:nvSpPr>
          <p:cNvPr id="252" name="Google Shape;252;p37"/>
          <p:cNvSpPr txBox="1">
            <a:spLocks noGrp="1"/>
          </p:cNvSpPr>
          <p:nvPr>
            <p:ph type="sldNum" idx="12"/>
          </p:nvPr>
        </p:nvSpPr>
        <p:spPr>
          <a:xfrm>
            <a:off x="8473167" y="4760604"/>
            <a:ext cx="2823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800"/>
              <a:buFont typeface="Arial" panose="020B0604020202020204"/>
              <a:buNone/>
              <a:defRPr sz="8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7" Type="http://schemas.openxmlformats.org/officeDocument/2006/relationships/theme" Target="../theme/theme1.xml"/><Relationship Id="rId36" Type="http://schemas.openxmlformats.org/officeDocument/2006/relationships/image" Target="../media/image1.png"/><Relationship Id="rId35" Type="http://schemas.openxmlformats.org/officeDocument/2006/relationships/image" Target="../media/image7.png"/><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7148419" y="-1753344"/>
            <a:ext cx="2517000" cy="2517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 name="Google Shape;7;p1"/>
          <p:cNvSpPr/>
          <p:nvPr/>
        </p:nvSpPr>
        <p:spPr>
          <a:xfrm rot="-5400000" flipH="1">
            <a:off x="-476242" y="2570191"/>
            <a:ext cx="1333989" cy="4145553"/>
          </a:xfrm>
          <a:custGeom>
            <a:avLst/>
            <a:gdLst/>
            <a:ahLst/>
            <a:cxnLst/>
            <a:rect l="l" t="t" r="r" b="b"/>
            <a:pathLst>
              <a:path w="41808" h="92545" extrusionOk="0">
                <a:moveTo>
                  <a:pt x="41807" y="0"/>
                </a:moveTo>
                <a:cubicBezTo>
                  <a:pt x="41807" y="0"/>
                  <a:pt x="1" y="2687"/>
                  <a:pt x="6251" y="28395"/>
                </a:cubicBezTo>
                <a:cubicBezTo>
                  <a:pt x="8717" y="38543"/>
                  <a:pt x="22408" y="37842"/>
                  <a:pt x="16617" y="54437"/>
                </a:cubicBezTo>
                <a:cubicBezTo>
                  <a:pt x="12228" y="67009"/>
                  <a:pt x="29363" y="71594"/>
                  <a:pt x="27761" y="82441"/>
                </a:cubicBezTo>
                <a:cubicBezTo>
                  <a:pt x="26355" y="91961"/>
                  <a:pt x="38235" y="92544"/>
                  <a:pt x="41164" y="92544"/>
                </a:cubicBezTo>
                <a:cubicBezTo>
                  <a:pt x="41573" y="92544"/>
                  <a:pt x="41807" y="92533"/>
                  <a:pt x="41807" y="92533"/>
                </a:cubicBezTo>
                <a:lnTo>
                  <a:pt x="418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 name="Google Shape;8;p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roxima Nova" panose="02000506030000020004"/>
              <a:buNone/>
              <a:defRPr sz="2800" b="1">
                <a:solidFill>
                  <a:schemeClr val="dk1"/>
                </a:solidFill>
                <a:latin typeface="Proxima Nova" panose="02000506030000020004"/>
                <a:ea typeface="Proxima Nova" panose="02000506030000020004"/>
                <a:cs typeface="Proxima Nova" panose="02000506030000020004"/>
                <a:sym typeface="Proxima Nova" panose="02000506030000020004"/>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9" name="Google Shape;9;p1"/>
          <p:cNvSpPr txBox="1">
            <a:spLocks noGrp="1"/>
          </p:cNvSpPr>
          <p:nvPr>
            <p:ph type="body" idx="1"/>
          </p:nvPr>
        </p:nvSpPr>
        <p:spPr>
          <a:xfrm>
            <a:off x="720000" y="1152475"/>
            <a:ext cx="7704000" cy="3450900"/>
          </a:xfrm>
          <a:prstGeom prst="rect">
            <a:avLst/>
          </a:prstGeom>
          <a:noFill/>
          <a:ln>
            <a:noFill/>
          </a:ln>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dk2"/>
              </a:buClr>
              <a:buSzPts val="1400"/>
              <a:buFont typeface="Work Sans"/>
              <a:buChar char="●"/>
              <a:defRPr>
                <a:solidFill>
                  <a:schemeClr val="dk2"/>
                </a:solidFill>
                <a:latin typeface="Work Sans"/>
                <a:ea typeface="Work Sans"/>
                <a:cs typeface="Work Sans"/>
                <a:sym typeface="Work Sans"/>
              </a:defRPr>
            </a:lvl1pPr>
            <a:lvl2pPr marL="914400" lvl="1" indent="-317500" rtl="0">
              <a:lnSpc>
                <a:spcPct val="115000"/>
              </a:lnSpc>
              <a:spcBef>
                <a:spcPts val="1600"/>
              </a:spcBef>
              <a:spcAft>
                <a:spcPts val="0"/>
              </a:spcAft>
              <a:buClr>
                <a:schemeClr val="dk2"/>
              </a:buClr>
              <a:buSzPts val="1400"/>
              <a:buFont typeface="Work Sans"/>
              <a:buChar char="○"/>
              <a:defRPr>
                <a:solidFill>
                  <a:schemeClr val="dk2"/>
                </a:solidFill>
                <a:latin typeface="Work Sans"/>
                <a:ea typeface="Work Sans"/>
                <a:cs typeface="Work Sans"/>
                <a:sym typeface="Work Sans"/>
              </a:defRPr>
            </a:lvl2pPr>
            <a:lvl3pPr marL="1371600" lvl="2" indent="-317500" rtl="0">
              <a:lnSpc>
                <a:spcPct val="115000"/>
              </a:lnSpc>
              <a:spcBef>
                <a:spcPts val="1600"/>
              </a:spcBef>
              <a:spcAft>
                <a:spcPts val="0"/>
              </a:spcAft>
              <a:buClr>
                <a:schemeClr val="dk2"/>
              </a:buClr>
              <a:buSzPts val="1400"/>
              <a:buFont typeface="Work Sans"/>
              <a:buChar char="■"/>
              <a:defRPr>
                <a:solidFill>
                  <a:schemeClr val="dk2"/>
                </a:solidFill>
                <a:latin typeface="Work Sans"/>
                <a:ea typeface="Work Sans"/>
                <a:cs typeface="Work Sans"/>
                <a:sym typeface="Work Sans"/>
              </a:defRPr>
            </a:lvl3pPr>
            <a:lvl4pPr marL="1828800" lvl="3" indent="-317500" rtl="0">
              <a:lnSpc>
                <a:spcPct val="115000"/>
              </a:lnSpc>
              <a:spcBef>
                <a:spcPts val="1600"/>
              </a:spcBef>
              <a:spcAft>
                <a:spcPts val="0"/>
              </a:spcAft>
              <a:buClr>
                <a:schemeClr val="dk2"/>
              </a:buClr>
              <a:buSzPts val="1400"/>
              <a:buFont typeface="Work Sans"/>
              <a:buChar char="●"/>
              <a:defRPr>
                <a:solidFill>
                  <a:schemeClr val="dk2"/>
                </a:solidFill>
                <a:latin typeface="Work Sans"/>
                <a:ea typeface="Work Sans"/>
                <a:cs typeface="Work Sans"/>
                <a:sym typeface="Work Sans"/>
              </a:defRPr>
            </a:lvl4pPr>
            <a:lvl5pPr marL="2286000" lvl="4" indent="-317500" rtl="0">
              <a:lnSpc>
                <a:spcPct val="115000"/>
              </a:lnSpc>
              <a:spcBef>
                <a:spcPts val="1600"/>
              </a:spcBef>
              <a:spcAft>
                <a:spcPts val="0"/>
              </a:spcAft>
              <a:buClr>
                <a:schemeClr val="dk2"/>
              </a:buClr>
              <a:buSzPts val="1400"/>
              <a:buFont typeface="Work Sans"/>
              <a:buChar char="○"/>
              <a:defRPr>
                <a:solidFill>
                  <a:schemeClr val="dk2"/>
                </a:solidFill>
                <a:latin typeface="Work Sans"/>
                <a:ea typeface="Work Sans"/>
                <a:cs typeface="Work Sans"/>
                <a:sym typeface="Work Sans"/>
              </a:defRPr>
            </a:lvl5pPr>
            <a:lvl6pPr marL="2743200" lvl="5" indent="-317500" rtl="0">
              <a:lnSpc>
                <a:spcPct val="115000"/>
              </a:lnSpc>
              <a:spcBef>
                <a:spcPts val="1600"/>
              </a:spcBef>
              <a:spcAft>
                <a:spcPts val="0"/>
              </a:spcAft>
              <a:buClr>
                <a:schemeClr val="dk2"/>
              </a:buClr>
              <a:buSzPts val="1400"/>
              <a:buFont typeface="Work Sans"/>
              <a:buChar char="■"/>
              <a:defRPr>
                <a:solidFill>
                  <a:schemeClr val="dk2"/>
                </a:solidFill>
                <a:latin typeface="Work Sans"/>
                <a:ea typeface="Work Sans"/>
                <a:cs typeface="Work Sans"/>
                <a:sym typeface="Work Sans"/>
              </a:defRPr>
            </a:lvl6pPr>
            <a:lvl7pPr marL="3200400" lvl="6" indent="-317500" rtl="0">
              <a:lnSpc>
                <a:spcPct val="115000"/>
              </a:lnSpc>
              <a:spcBef>
                <a:spcPts val="1600"/>
              </a:spcBef>
              <a:spcAft>
                <a:spcPts val="0"/>
              </a:spcAft>
              <a:buClr>
                <a:schemeClr val="dk2"/>
              </a:buClr>
              <a:buSzPts val="1400"/>
              <a:buFont typeface="Work Sans"/>
              <a:buChar char="●"/>
              <a:defRPr>
                <a:solidFill>
                  <a:schemeClr val="dk2"/>
                </a:solidFill>
                <a:latin typeface="Work Sans"/>
                <a:ea typeface="Work Sans"/>
                <a:cs typeface="Work Sans"/>
                <a:sym typeface="Work Sans"/>
              </a:defRPr>
            </a:lvl7pPr>
            <a:lvl8pPr marL="3657600" lvl="7" indent="-317500" rtl="0">
              <a:lnSpc>
                <a:spcPct val="115000"/>
              </a:lnSpc>
              <a:spcBef>
                <a:spcPts val="1600"/>
              </a:spcBef>
              <a:spcAft>
                <a:spcPts val="0"/>
              </a:spcAft>
              <a:buClr>
                <a:schemeClr val="dk2"/>
              </a:buClr>
              <a:buSzPts val="1400"/>
              <a:buFont typeface="Work Sans"/>
              <a:buChar char="○"/>
              <a:defRPr>
                <a:solidFill>
                  <a:schemeClr val="dk2"/>
                </a:solidFill>
                <a:latin typeface="Work Sans"/>
                <a:ea typeface="Work Sans"/>
                <a:cs typeface="Work Sans"/>
                <a:sym typeface="Work Sans"/>
              </a:defRPr>
            </a:lvl8pPr>
            <a:lvl9pPr marL="4114800" lvl="8" indent="-317500" rtl="0">
              <a:lnSpc>
                <a:spcPct val="115000"/>
              </a:lnSpc>
              <a:spcBef>
                <a:spcPts val="1600"/>
              </a:spcBef>
              <a:spcAft>
                <a:spcPts val="1600"/>
              </a:spcAft>
              <a:buClr>
                <a:schemeClr val="dk2"/>
              </a:buClr>
              <a:buSzPts val="1400"/>
              <a:buFont typeface="Work Sans"/>
              <a:buChar char="■"/>
              <a:defRPr>
                <a:solidFill>
                  <a:schemeClr val="dk2"/>
                </a:solidFill>
                <a:latin typeface="Work Sans"/>
                <a:ea typeface="Work Sans"/>
                <a:cs typeface="Work Sans"/>
                <a:sym typeface="Work Sans"/>
              </a:defRPr>
            </a:lvl9pPr>
          </a:lstStyle>
          <a:p/>
        </p:txBody>
      </p:sp>
      <p:pic>
        <p:nvPicPr>
          <p:cNvPr id="10" name="Google Shape;10;p1"/>
          <p:cNvPicPr preferRelativeResize="0"/>
          <p:nvPr/>
        </p:nvPicPr>
        <p:blipFill>
          <a:blip r:embed="rId35"/>
          <a:stretch>
            <a:fillRect/>
          </a:stretch>
        </p:blipFill>
        <p:spPr>
          <a:xfrm>
            <a:off x="7161365" y="-105044"/>
            <a:ext cx="2247321" cy="842798"/>
          </a:xfrm>
          <a:prstGeom prst="rect">
            <a:avLst/>
          </a:prstGeom>
          <a:noFill/>
          <a:ln>
            <a:noFill/>
          </a:ln>
        </p:spPr>
      </p:pic>
      <p:pic>
        <p:nvPicPr>
          <p:cNvPr id="11" name="Google Shape;11;p1"/>
          <p:cNvPicPr preferRelativeResize="0"/>
          <p:nvPr/>
        </p:nvPicPr>
        <p:blipFill>
          <a:blip r:embed="rId36"/>
          <a:stretch>
            <a:fillRect/>
          </a:stretch>
        </p:blipFill>
        <p:spPr>
          <a:xfrm>
            <a:off x="12952" y="4662672"/>
            <a:ext cx="2032275" cy="4434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6.xml"/><Relationship Id="rId1"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8"/>
          <p:cNvSpPr txBox="1">
            <a:spLocks noGrp="1"/>
          </p:cNvSpPr>
          <p:nvPr>
            <p:ph type="ctrTitle"/>
          </p:nvPr>
        </p:nvSpPr>
        <p:spPr>
          <a:xfrm>
            <a:off x="720000" y="1500975"/>
            <a:ext cx="7020600" cy="169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Qoala Gadget Protection</a:t>
            </a:r>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9"/>
          <p:cNvSpPr txBox="1">
            <a:spLocks noGrp="1"/>
          </p:cNvSpPr>
          <p:nvPr>
            <p:ph type="title"/>
          </p:nvPr>
        </p:nvSpPr>
        <p:spPr>
          <a:xfrm>
            <a:off x="1703100" y="1757850"/>
            <a:ext cx="5737800" cy="162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a:t>How to sell </a:t>
            </a:r>
            <a:endParaRPr lang="en-GB"/>
          </a:p>
          <a:p>
            <a:pPr marL="0" lvl="0" indent="0" algn="ctr" rtl="0">
              <a:spcBef>
                <a:spcPts val="0"/>
              </a:spcBef>
              <a:spcAft>
                <a:spcPts val="0"/>
              </a:spcAft>
              <a:buNone/>
            </a:pPr>
            <a:r>
              <a:rPr lang="en-GB"/>
              <a:t>Qoala</a:t>
            </a:r>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p:cNvGrpSpPr/>
        <p:nvPr/>
      </p:nvGrpSpPr>
      <p:grpSpPr>
        <a:xfrm>
          <a:off x="0" y="0"/>
          <a:ext cx="0" cy="0"/>
          <a:chOff x="0" y="0"/>
          <a:chExt cx="0" cy="0"/>
        </a:xfrm>
      </p:grpSpPr>
      <p:sp>
        <p:nvSpPr>
          <p:cNvPr id="267" name="Google Shape;267;p40"/>
          <p:cNvSpPr txBox="1">
            <a:spLocks noGrp="1"/>
          </p:cNvSpPr>
          <p:nvPr>
            <p:ph type="title"/>
          </p:nvPr>
        </p:nvSpPr>
        <p:spPr>
          <a:xfrm>
            <a:off x="937250" y="495050"/>
            <a:ext cx="3803400" cy="75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Basic Selling Skill</a:t>
            </a:r>
            <a:endParaRPr lang="en-GB"/>
          </a:p>
        </p:txBody>
      </p:sp>
      <p:sp>
        <p:nvSpPr>
          <p:cNvPr id="268" name="Google Shape;268;p40"/>
          <p:cNvSpPr/>
          <p:nvPr/>
        </p:nvSpPr>
        <p:spPr>
          <a:xfrm>
            <a:off x="937250" y="1480300"/>
            <a:ext cx="6525300" cy="2407200"/>
          </a:xfrm>
          <a:prstGeom prst="roundRect">
            <a:avLst>
              <a:gd name="adj" fmla="val 16667"/>
            </a:avLst>
          </a:prstGeom>
          <a:solidFill>
            <a:srgbClr val="1454A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457200" lvl="0" indent="-330200" algn="l" rtl="0">
              <a:spcBef>
                <a:spcPts val="0"/>
              </a:spcBef>
              <a:spcAft>
                <a:spcPts val="0"/>
              </a:spcAft>
              <a:buClr>
                <a:schemeClr val="lt1"/>
              </a:buClr>
              <a:buSzPts val="1600"/>
              <a:buFont typeface="Work Sans ExtraBold"/>
              <a:buChar char="■"/>
            </a:pPr>
            <a:r>
              <a:rPr lang="en-GB" sz="1600">
                <a:solidFill>
                  <a:schemeClr val="lt1"/>
                </a:solidFill>
                <a:latin typeface="Work Sans ExtraBold"/>
                <a:ea typeface="Work Sans ExtraBold"/>
                <a:cs typeface="Work Sans ExtraBold"/>
                <a:sym typeface="Work Sans ExtraBold"/>
              </a:rPr>
              <a:t>Menguasai product sebelum ditawarkan ke konsumen.</a:t>
            </a:r>
            <a:endParaRPr sz="1600">
              <a:solidFill>
                <a:schemeClr val="lt1"/>
              </a:solidFill>
              <a:latin typeface="Work Sans ExtraBold"/>
              <a:ea typeface="Work Sans ExtraBold"/>
              <a:cs typeface="Work Sans ExtraBold"/>
              <a:sym typeface="Work Sans ExtraBold"/>
            </a:endParaRPr>
          </a:p>
          <a:p>
            <a:pPr marL="914400" lvl="0" indent="0" algn="l" rtl="0">
              <a:spcBef>
                <a:spcPts val="0"/>
              </a:spcBef>
              <a:spcAft>
                <a:spcPts val="0"/>
              </a:spcAft>
              <a:buNone/>
            </a:pPr>
            <a:endParaRPr sz="1700" u="sng">
              <a:solidFill>
                <a:schemeClr val="lt1"/>
              </a:solidFill>
              <a:latin typeface="Work Sans ExtraBold"/>
              <a:ea typeface="Work Sans ExtraBold"/>
              <a:cs typeface="Work Sans ExtraBold"/>
              <a:sym typeface="Work Sans ExtraBold"/>
            </a:endParaRPr>
          </a:p>
          <a:p>
            <a:pPr marL="457200" lvl="0" indent="-330200" algn="l" rtl="0">
              <a:spcBef>
                <a:spcPts val="0"/>
              </a:spcBef>
              <a:spcAft>
                <a:spcPts val="0"/>
              </a:spcAft>
              <a:buClr>
                <a:schemeClr val="lt1"/>
              </a:buClr>
              <a:buSzPts val="1600"/>
              <a:buFont typeface="Work Sans ExtraBold"/>
              <a:buChar char="■"/>
            </a:pPr>
            <a:r>
              <a:rPr lang="en-GB" sz="1600">
                <a:solidFill>
                  <a:schemeClr val="lt1"/>
                </a:solidFill>
                <a:latin typeface="Work Sans ExtraBold"/>
                <a:ea typeface="Work Sans ExtraBold"/>
                <a:cs typeface="Work Sans ExtraBold"/>
                <a:sym typeface="Work Sans ExtraBold"/>
              </a:rPr>
              <a:t>Timbulkan kepercayaan diri sebelum berkomunikasi dengan konsumen.</a:t>
            </a:r>
            <a:endParaRPr sz="1600">
              <a:solidFill>
                <a:schemeClr val="lt1"/>
              </a:solidFill>
              <a:latin typeface="Work Sans ExtraBold"/>
              <a:ea typeface="Work Sans ExtraBold"/>
              <a:cs typeface="Work Sans ExtraBold"/>
              <a:sym typeface="Work Sans Extra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3"/>
          <p:cNvSpPr txBox="1">
            <a:spLocks noGrp="1"/>
          </p:cNvSpPr>
          <p:nvPr>
            <p:ph type="title"/>
          </p:nvPr>
        </p:nvSpPr>
        <p:spPr>
          <a:xfrm>
            <a:off x="720000" y="6736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Berikut langkah-langkah yang harus dilakukan</a:t>
            </a:r>
            <a:endParaRPr lang="en-GB"/>
          </a:p>
        </p:txBody>
      </p:sp>
      <p:sp>
        <p:nvSpPr>
          <p:cNvPr id="300" name="Google Shape;300;p43"/>
          <p:cNvSpPr txBox="1">
            <a:spLocks noGrp="1"/>
          </p:cNvSpPr>
          <p:nvPr>
            <p:ph type="title" idx="2"/>
          </p:nvPr>
        </p:nvSpPr>
        <p:spPr>
          <a:xfrm>
            <a:off x="720000" y="1436350"/>
            <a:ext cx="1068900" cy="744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3700"/>
              <a:t>1</a:t>
            </a:r>
            <a:endParaRPr sz="3700"/>
          </a:p>
        </p:txBody>
      </p:sp>
      <p:sp>
        <p:nvSpPr>
          <p:cNvPr id="301" name="Google Shape;301;p43"/>
          <p:cNvSpPr txBox="1">
            <a:spLocks noGrp="1"/>
          </p:cNvSpPr>
          <p:nvPr>
            <p:ph type="subTitle" idx="1"/>
          </p:nvPr>
        </p:nvSpPr>
        <p:spPr>
          <a:xfrm>
            <a:off x="1808025" y="1608550"/>
            <a:ext cx="2763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GB" sz="1500"/>
              <a:t>Opening/Pembukaan</a:t>
            </a:r>
            <a:endParaRPr sz="1500"/>
          </a:p>
        </p:txBody>
      </p:sp>
      <p:sp>
        <p:nvSpPr>
          <p:cNvPr id="302" name="Google Shape;302;p43"/>
          <p:cNvSpPr txBox="1">
            <a:spLocks noGrp="1"/>
          </p:cNvSpPr>
          <p:nvPr>
            <p:ph type="title" idx="4"/>
          </p:nvPr>
        </p:nvSpPr>
        <p:spPr>
          <a:xfrm>
            <a:off x="720000" y="2447000"/>
            <a:ext cx="1068900" cy="744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3700"/>
              <a:t>2</a:t>
            </a:r>
            <a:endParaRPr sz="3700"/>
          </a:p>
        </p:txBody>
      </p:sp>
      <p:sp>
        <p:nvSpPr>
          <p:cNvPr id="303" name="Google Shape;303;p43"/>
          <p:cNvSpPr txBox="1">
            <a:spLocks noGrp="1"/>
          </p:cNvSpPr>
          <p:nvPr>
            <p:ph type="subTitle" idx="5"/>
          </p:nvPr>
        </p:nvSpPr>
        <p:spPr>
          <a:xfrm>
            <a:off x="1808025" y="2619200"/>
            <a:ext cx="2428500" cy="399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GB" sz="1500"/>
              <a:t>Story Telling</a:t>
            </a:r>
            <a:endParaRPr sz="1500"/>
          </a:p>
        </p:txBody>
      </p:sp>
      <p:sp>
        <p:nvSpPr>
          <p:cNvPr id="304" name="Google Shape;304;p43"/>
          <p:cNvSpPr txBox="1">
            <a:spLocks noGrp="1"/>
          </p:cNvSpPr>
          <p:nvPr>
            <p:ph type="title" idx="7"/>
          </p:nvPr>
        </p:nvSpPr>
        <p:spPr>
          <a:xfrm>
            <a:off x="4907475" y="1398250"/>
            <a:ext cx="1068900" cy="744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700"/>
              <a:t>4</a:t>
            </a:r>
            <a:endParaRPr lang="en-US" sz="3700"/>
          </a:p>
        </p:txBody>
      </p:sp>
      <p:sp>
        <p:nvSpPr>
          <p:cNvPr id="305" name="Google Shape;305;p43"/>
          <p:cNvSpPr txBox="1">
            <a:spLocks noGrp="1"/>
          </p:cNvSpPr>
          <p:nvPr>
            <p:ph type="subTitle" idx="8"/>
          </p:nvPr>
        </p:nvSpPr>
        <p:spPr>
          <a:xfrm>
            <a:off x="5976375" y="1608550"/>
            <a:ext cx="2428500" cy="423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altLang="en-GB" sz="1500"/>
              <a:t>Storytelling Customer Qoala</a:t>
            </a:r>
            <a:endParaRPr lang="en-US" altLang="en-GB" sz="1500"/>
          </a:p>
        </p:txBody>
      </p:sp>
      <p:sp>
        <p:nvSpPr>
          <p:cNvPr id="306" name="Google Shape;306;p43"/>
          <p:cNvSpPr txBox="1">
            <a:spLocks noGrp="1"/>
          </p:cNvSpPr>
          <p:nvPr>
            <p:ph type="title" idx="16"/>
          </p:nvPr>
        </p:nvSpPr>
        <p:spPr>
          <a:xfrm>
            <a:off x="4907475" y="2446875"/>
            <a:ext cx="1068900" cy="744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700"/>
              <a:t>5</a:t>
            </a:r>
            <a:endParaRPr lang="en-US" sz="3700"/>
          </a:p>
        </p:txBody>
      </p:sp>
      <p:sp>
        <p:nvSpPr>
          <p:cNvPr id="307" name="Google Shape;307;p43"/>
          <p:cNvSpPr txBox="1">
            <a:spLocks noGrp="1"/>
          </p:cNvSpPr>
          <p:nvPr>
            <p:ph type="subTitle" idx="20"/>
          </p:nvPr>
        </p:nvSpPr>
        <p:spPr>
          <a:xfrm>
            <a:off x="5995500" y="2639000"/>
            <a:ext cx="2428500" cy="399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GB" sz="1500"/>
              <a:t>Closing</a:t>
            </a:r>
            <a:endParaRPr sz="1500"/>
          </a:p>
        </p:txBody>
      </p:sp>
      <p:sp>
        <p:nvSpPr>
          <p:cNvPr id="3" name="Google Shape;302;p43"/>
          <p:cNvSpPr txBox="1">
            <a:spLocks noGrp="1"/>
          </p:cNvSpPr>
          <p:nvPr/>
        </p:nvSpPr>
        <p:spPr>
          <a:xfrm>
            <a:off x="740320" y="3343620"/>
            <a:ext cx="1068900" cy="744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Proxima Nova" panose="02000506030000020004"/>
              <a:buNone/>
              <a:defRPr sz="2800" b="1" i="0" u="none" strike="noStrike" cap="none">
                <a:solidFill>
                  <a:schemeClr val="dk1"/>
                </a:solidFill>
                <a:latin typeface="Proxima Nova" panose="02000506030000020004"/>
                <a:ea typeface="Proxima Nova" panose="02000506030000020004"/>
                <a:cs typeface="Proxima Nova" panose="02000506030000020004"/>
                <a:sym typeface="Proxima Nova" panose="02000506030000020004"/>
              </a:defRPr>
            </a:lvl1pPr>
            <a:lvl2pPr marR="0" lvl="1" algn="ctr" rtl="0">
              <a:lnSpc>
                <a:spcPct val="100000"/>
              </a:lnSpc>
              <a:spcBef>
                <a:spcPts val="0"/>
              </a:spcBef>
              <a:spcAft>
                <a:spcPts val="0"/>
              </a:spcAft>
              <a:buClr>
                <a:schemeClr val="dk1"/>
              </a:buClr>
              <a:buSzPts val="3000"/>
              <a:buFont typeface="Archivo Black" panose="020B0A03020202020B04"/>
              <a:buNone/>
              <a:defRPr sz="3000" b="0" i="0" u="none" strike="noStrike" cap="none">
                <a:solidFill>
                  <a:schemeClr val="dk1"/>
                </a:solidFill>
                <a:latin typeface="Archivo Black" panose="020B0A03020202020B04"/>
                <a:ea typeface="Archivo Black" panose="020B0A03020202020B04"/>
                <a:cs typeface="Archivo Black" panose="020B0A03020202020B04"/>
                <a:sym typeface="Archivo Black" panose="020B0A03020202020B04"/>
              </a:defRPr>
            </a:lvl2pPr>
            <a:lvl3pPr marR="0" lvl="2" algn="ctr" rtl="0">
              <a:lnSpc>
                <a:spcPct val="100000"/>
              </a:lnSpc>
              <a:spcBef>
                <a:spcPts val="0"/>
              </a:spcBef>
              <a:spcAft>
                <a:spcPts val="0"/>
              </a:spcAft>
              <a:buClr>
                <a:schemeClr val="dk1"/>
              </a:buClr>
              <a:buSzPts val="3000"/>
              <a:buFont typeface="Archivo Black" panose="020B0A03020202020B04"/>
              <a:buNone/>
              <a:defRPr sz="3000" b="0" i="0" u="none" strike="noStrike" cap="none">
                <a:solidFill>
                  <a:schemeClr val="dk1"/>
                </a:solidFill>
                <a:latin typeface="Archivo Black" panose="020B0A03020202020B04"/>
                <a:ea typeface="Archivo Black" panose="020B0A03020202020B04"/>
                <a:cs typeface="Archivo Black" panose="020B0A03020202020B04"/>
                <a:sym typeface="Archivo Black" panose="020B0A03020202020B04"/>
              </a:defRPr>
            </a:lvl3pPr>
            <a:lvl4pPr marR="0" lvl="3" algn="ctr" rtl="0">
              <a:lnSpc>
                <a:spcPct val="100000"/>
              </a:lnSpc>
              <a:spcBef>
                <a:spcPts val="0"/>
              </a:spcBef>
              <a:spcAft>
                <a:spcPts val="0"/>
              </a:spcAft>
              <a:buClr>
                <a:schemeClr val="dk1"/>
              </a:buClr>
              <a:buSzPts val="3000"/>
              <a:buFont typeface="Archivo Black" panose="020B0A03020202020B04"/>
              <a:buNone/>
              <a:defRPr sz="3000" b="0" i="0" u="none" strike="noStrike" cap="none">
                <a:solidFill>
                  <a:schemeClr val="dk1"/>
                </a:solidFill>
                <a:latin typeface="Archivo Black" panose="020B0A03020202020B04"/>
                <a:ea typeface="Archivo Black" panose="020B0A03020202020B04"/>
                <a:cs typeface="Archivo Black" panose="020B0A03020202020B04"/>
                <a:sym typeface="Archivo Black" panose="020B0A03020202020B04"/>
              </a:defRPr>
            </a:lvl4pPr>
            <a:lvl5pPr marR="0" lvl="4" algn="ctr" rtl="0">
              <a:lnSpc>
                <a:spcPct val="100000"/>
              </a:lnSpc>
              <a:spcBef>
                <a:spcPts val="0"/>
              </a:spcBef>
              <a:spcAft>
                <a:spcPts val="0"/>
              </a:spcAft>
              <a:buClr>
                <a:schemeClr val="dk1"/>
              </a:buClr>
              <a:buSzPts val="3000"/>
              <a:buFont typeface="Archivo Black" panose="020B0A03020202020B04"/>
              <a:buNone/>
              <a:defRPr sz="3000" b="0" i="0" u="none" strike="noStrike" cap="none">
                <a:solidFill>
                  <a:schemeClr val="dk1"/>
                </a:solidFill>
                <a:latin typeface="Archivo Black" panose="020B0A03020202020B04"/>
                <a:ea typeface="Archivo Black" panose="020B0A03020202020B04"/>
                <a:cs typeface="Archivo Black" panose="020B0A03020202020B04"/>
                <a:sym typeface="Archivo Black" panose="020B0A03020202020B04"/>
              </a:defRPr>
            </a:lvl5pPr>
            <a:lvl6pPr marR="0" lvl="5" algn="ctr" rtl="0">
              <a:lnSpc>
                <a:spcPct val="100000"/>
              </a:lnSpc>
              <a:spcBef>
                <a:spcPts val="0"/>
              </a:spcBef>
              <a:spcAft>
                <a:spcPts val="0"/>
              </a:spcAft>
              <a:buClr>
                <a:schemeClr val="dk1"/>
              </a:buClr>
              <a:buSzPts val="3000"/>
              <a:buFont typeface="Archivo Black" panose="020B0A03020202020B04"/>
              <a:buNone/>
              <a:defRPr sz="3000" b="0" i="0" u="none" strike="noStrike" cap="none">
                <a:solidFill>
                  <a:schemeClr val="dk1"/>
                </a:solidFill>
                <a:latin typeface="Archivo Black" panose="020B0A03020202020B04"/>
                <a:ea typeface="Archivo Black" panose="020B0A03020202020B04"/>
                <a:cs typeface="Archivo Black" panose="020B0A03020202020B04"/>
                <a:sym typeface="Archivo Black" panose="020B0A03020202020B04"/>
              </a:defRPr>
            </a:lvl6pPr>
            <a:lvl7pPr marR="0" lvl="6" algn="ctr" rtl="0">
              <a:lnSpc>
                <a:spcPct val="100000"/>
              </a:lnSpc>
              <a:spcBef>
                <a:spcPts val="0"/>
              </a:spcBef>
              <a:spcAft>
                <a:spcPts val="0"/>
              </a:spcAft>
              <a:buClr>
                <a:schemeClr val="dk1"/>
              </a:buClr>
              <a:buSzPts val="3000"/>
              <a:buFont typeface="Archivo Black" panose="020B0A03020202020B04"/>
              <a:buNone/>
              <a:defRPr sz="3000" b="0" i="0" u="none" strike="noStrike" cap="none">
                <a:solidFill>
                  <a:schemeClr val="dk1"/>
                </a:solidFill>
                <a:latin typeface="Archivo Black" panose="020B0A03020202020B04"/>
                <a:ea typeface="Archivo Black" panose="020B0A03020202020B04"/>
                <a:cs typeface="Archivo Black" panose="020B0A03020202020B04"/>
                <a:sym typeface="Archivo Black" panose="020B0A03020202020B04"/>
              </a:defRPr>
            </a:lvl7pPr>
            <a:lvl8pPr marR="0" lvl="7" algn="ctr" rtl="0">
              <a:lnSpc>
                <a:spcPct val="100000"/>
              </a:lnSpc>
              <a:spcBef>
                <a:spcPts val="0"/>
              </a:spcBef>
              <a:spcAft>
                <a:spcPts val="0"/>
              </a:spcAft>
              <a:buClr>
                <a:schemeClr val="dk1"/>
              </a:buClr>
              <a:buSzPts val="3000"/>
              <a:buFont typeface="Archivo Black" panose="020B0A03020202020B04"/>
              <a:buNone/>
              <a:defRPr sz="3000" b="0" i="0" u="none" strike="noStrike" cap="none">
                <a:solidFill>
                  <a:schemeClr val="dk1"/>
                </a:solidFill>
                <a:latin typeface="Archivo Black" panose="020B0A03020202020B04"/>
                <a:ea typeface="Archivo Black" panose="020B0A03020202020B04"/>
                <a:cs typeface="Archivo Black" panose="020B0A03020202020B04"/>
                <a:sym typeface="Archivo Black" panose="020B0A03020202020B04"/>
              </a:defRPr>
            </a:lvl8pPr>
            <a:lvl9pPr marR="0" lvl="8" algn="ctr" rtl="0">
              <a:lnSpc>
                <a:spcPct val="100000"/>
              </a:lnSpc>
              <a:spcBef>
                <a:spcPts val="0"/>
              </a:spcBef>
              <a:spcAft>
                <a:spcPts val="0"/>
              </a:spcAft>
              <a:buClr>
                <a:schemeClr val="dk1"/>
              </a:buClr>
              <a:buSzPts val="3000"/>
              <a:buFont typeface="Archivo Black" panose="020B0A03020202020B04"/>
              <a:buNone/>
              <a:defRPr sz="3000" b="0" i="0" u="none" strike="noStrike" cap="none">
                <a:solidFill>
                  <a:schemeClr val="dk1"/>
                </a:solidFill>
                <a:latin typeface="Archivo Black" panose="020B0A03020202020B04"/>
                <a:ea typeface="Archivo Black" panose="020B0A03020202020B04"/>
                <a:cs typeface="Archivo Black" panose="020B0A03020202020B04"/>
                <a:sym typeface="Archivo Black" panose="020B0A03020202020B04"/>
              </a:defRPr>
            </a:lvl9pPr>
          </a:lstStyle>
          <a:p>
            <a:pPr marL="0" lvl="0" indent="0" algn="l" rtl="0">
              <a:spcBef>
                <a:spcPts val="0"/>
              </a:spcBef>
              <a:spcAft>
                <a:spcPts val="0"/>
              </a:spcAft>
              <a:buNone/>
            </a:pPr>
            <a:r>
              <a:rPr lang="en-US" sz="3700"/>
              <a:t>3</a:t>
            </a:r>
            <a:endParaRPr lang="en-US" sz="3700"/>
          </a:p>
        </p:txBody>
      </p:sp>
      <p:sp>
        <p:nvSpPr>
          <p:cNvPr id="4" name="Google Shape;303;p43"/>
          <p:cNvSpPr txBox="1">
            <a:spLocks noGrp="1"/>
          </p:cNvSpPr>
          <p:nvPr/>
        </p:nvSpPr>
        <p:spPr>
          <a:xfrm>
            <a:off x="1828345" y="3515820"/>
            <a:ext cx="2428500" cy="39990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2"/>
              </a:buClr>
              <a:buSzPts val="1600"/>
              <a:buFont typeface="Archivo Black" panose="020B0A03020202020B04"/>
              <a:buNone/>
              <a:defRPr sz="1600" b="0" i="0" u="none" strike="noStrike" cap="none">
                <a:solidFill>
                  <a:schemeClr val="accent2"/>
                </a:solidFill>
                <a:latin typeface="Archivo Black" panose="020B0A03020202020B04"/>
                <a:ea typeface="Archivo Black" panose="020B0A03020202020B04"/>
                <a:cs typeface="Archivo Black" panose="020B0A03020202020B04"/>
                <a:sym typeface="Archivo Black" panose="020B0A03020202020B04"/>
              </a:defRPr>
            </a:lvl1pPr>
            <a:lvl2pPr marL="914400" marR="0" lvl="1" indent="-317500" algn="l" rtl="0">
              <a:lnSpc>
                <a:spcPct val="100000"/>
              </a:lnSpc>
              <a:spcBef>
                <a:spcPts val="1600"/>
              </a:spcBef>
              <a:spcAft>
                <a:spcPts val="0"/>
              </a:spcAft>
              <a:buClr>
                <a:schemeClr val="accent2"/>
              </a:buClr>
              <a:buSzPts val="1400"/>
              <a:buFont typeface="Work Sans"/>
              <a:buNone/>
              <a:defRPr sz="1400" b="0" i="0" u="none" strike="noStrike" cap="none">
                <a:solidFill>
                  <a:schemeClr val="accent2"/>
                </a:solidFill>
                <a:latin typeface="Work Sans"/>
                <a:ea typeface="Work Sans"/>
                <a:cs typeface="Work Sans"/>
                <a:sym typeface="Work Sans"/>
              </a:defRPr>
            </a:lvl2pPr>
            <a:lvl3pPr marL="1371600" marR="0" lvl="2" indent="-317500" algn="l" rtl="0">
              <a:lnSpc>
                <a:spcPct val="100000"/>
              </a:lnSpc>
              <a:spcBef>
                <a:spcPts val="1600"/>
              </a:spcBef>
              <a:spcAft>
                <a:spcPts val="0"/>
              </a:spcAft>
              <a:buClr>
                <a:schemeClr val="accent2"/>
              </a:buClr>
              <a:buSzPts val="1400"/>
              <a:buFont typeface="Work Sans"/>
              <a:buNone/>
              <a:defRPr sz="1400" b="0" i="0" u="none" strike="noStrike" cap="none">
                <a:solidFill>
                  <a:schemeClr val="accent2"/>
                </a:solidFill>
                <a:latin typeface="Work Sans"/>
                <a:ea typeface="Work Sans"/>
                <a:cs typeface="Work Sans"/>
                <a:sym typeface="Work Sans"/>
              </a:defRPr>
            </a:lvl3pPr>
            <a:lvl4pPr marL="1828800" marR="0" lvl="3" indent="-317500" algn="l" rtl="0">
              <a:lnSpc>
                <a:spcPct val="100000"/>
              </a:lnSpc>
              <a:spcBef>
                <a:spcPts val="1600"/>
              </a:spcBef>
              <a:spcAft>
                <a:spcPts val="0"/>
              </a:spcAft>
              <a:buClr>
                <a:schemeClr val="accent2"/>
              </a:buClr>
              <a:buSzPts val="1400"/>
              <a:buFont typeface="Work Sans"/>
              <a:buNone/>
              <a:defRPr sz="1400" b="0" i="0" u="none" strike="noStrike" cap="none">
                <a:solidFill>
                  <a:schemeClr val="accent2"/>
                </a:solidFill>
                <a:latin typeface="Work Sans"/>
                <a:ea typeface="Work Sans"/>
                <a:cs typeface="Work Sans"/>
                <a:sym typeface="Work Sans"/>
              </a:defRPr>
            </a:lvl4pPr>
            <a:lvl5pPr marL="2286000" marR="0" lvl="4" indent="-317500" algn="l" rtl="0">
              <a:lnSpc>
                <a:spcPct val="100000"/>
              </a:lnSpc>
              <a:spcBef>
                <a:spcPts val="1600"/>
              </a:spcBef>
              <a:spcAft>
                <a:spcPts val="0"/>
              </a:spcAft>
              <a:buClr>
                <a:schemeClr val="accent2"/>
              </a:buClr>
              <a:buSzPts val="1400"/>
              <a:buFont typeface="Work Sans"/>
              <a:buNone/>
              <a:defRPr sz="1400" b="0" i="0" u="none" strike="noStrike" cap="none">
                <a:solidFill>
                  <a:schemeClr val="accent2"/>
                </a:solidFill>
                <a:latin typeface="Work Sans"/>
                <a:ea typeface="Work Sans"/>
                <a:cs typeface="Work Sans"/>
                <a:sym typeface="Work Sans"/>
              </a:defRPr>
            </a:lvl5pPr>
            <a:lvl6pPr marL="2743200" marR="0" lvl="5" indent="-317500" algn="l" rtl="0">
              <a:lnSpc>
                <a:spcPct val="100000"/>
              </a:lnSpc>
              <a:spcBef>
                <a:spcPts val="1600"/>
              </a:spcBef>
              <a:spcAft>
                <a:spcPts val="0"/>
              </a:spcAft>
              <a:buClr>
                <a:schemeClr val="accent2"/>
              </a:buClr>
              <a:buSzPts val="1400"/>
              <a:buFont typeface="Work Sans"/>
              <a:buNone/>
              <a:defRPr sz="1400" b="0" i="0" u="none" strike="noStrike" cap="none">
                <a:solidFill>
                  <a:schemeClr val="accent2"/>
                </a:solidFill>
                <a:latin typeface="Work Sans"/>
                <a:ea typeface="Work Sans"/>
                <a:cs typeface="Work Sans"/>
                <a:sym typeface="Work Sans"/>
              </a:defRPr>
            </a:lvl6pPr>
            <a:lvl7pPr marL="3200400" marR="0" lvl="6" indent="-317500" algn="l" rtl="0">
              <a:lnSpc>
                <a:spcPct val="100000"/>
              </a:lnSpc>
              <a:spcBef>
                <a:spcPts val="1600"/>
              </a:spcBef>
              <a:spcAft>
                <a:spcPts val="0"/>
              </a:spcAft>
              <a:buClr>
                <a:schemeClr val="accent2"/>
              </a:buClr>
              <a:buSzPts val="1400"/>
              <a:buFont typeface="Work Sans"/>
              <a:buNone/>
              <a:defRPr sz="1400" b="0" i="0" u="none" strike="noStrike" cap="none">
                <a:solidFill>
                  <a:schemeClr val="accent2"/>
                </a:solidFill>
                <a:latin typeface="Work Sans"/>
                <a:ea typeface="Work Sans"/>
                <a:cs typeface="Work Sans"/>
                <a:sym typeface="Work Sans"/>
              </a:defRPr>
            </a:lvl7pPr>
            <a:lvl8pPr marL="3657600" marR="0" lvl="7" indent="-317500" algn="l" rtl="0">
              <a:lnSpc>
                <a:spcPct val="100000"/>
              </a:lnSpc>
              <a:spcBef>
                <a:spcPts val="1600"/>
              </a:spcBef>
              <a:spcAft>
                <a:spcPts val="0"/>
              </a:spcAft>
              <a:buClr>
                <a:schemeClr val="accent2"/>
              </a:buClr>
              <a:buSzPts val="1400"/>
              <a:buFont typeface="Work Sans"/>
              <a:buNone/>
              <a:defRPr sz="1400" b="0" i="0" u="none" strike="noStrike" cap="none">
                <a:solidFill>
                  <a:schemeClr val="accent2"/>
                </a:solidFill>
                <a:latin typeface="Work Sans"/>
                <a:ea typeface="Work Sans"/>
                <a:cs typeface="Work Sans"/>
                <a:sym typeface="Work Sans"/>
              </a:defRPr>
            </a:lvl8pPr>
            <a:lvl9pPr marL="4114800" marR="0" lvl="8" indent="-317500" algn="l" rtl="0">
              <a:lnSpc>
                <a:spcPct val="100000"/>
              </a:lnSpc>
              <a:spcBef>
                <a:spcPts val="1600"/>
              </a:spcBef>
              <a:spcAft>
                <a:spcPts val="1600"/>
              </a:spcAft>
              <a:buClr>
                <a:schemeClr val="accent2"/>
              </a:buClr>
              <a:buSzPts val="1400"/>
              <a:buFont typeface="Work Sans"/>
              <a:buNone/>
              <a:defRPr sz="1400" b="0" i="0" u="none" strike="noStrike" cap="none">
                <a:solidFill>
                  <a:schemeClr val="accent2"/>
                </a:solidFill>
                <a:latin typeface="Work Sans"/>
                <a:ea typeface="Work Sans"/>
                <a:cs typeface="Work Sans"/>
                <a:sym typeface="Work Sans"/>
              </a:defRPr>
            </a:lvl9pPr>
          </a:lstStyle>
          <a:p>
            <a:pPr marL="0" lvl="0" indent="0" algn="l" rtl="0">
              <a:spcBef>
                <a:spcPts val="0"/>
              </a:spcBef>
              <a:spcAft>
                <a:spcPts val="1600"/>
              </a:spcAft>
              <a:buNone/>
            </a:pPr>
            <a:r>
              <a:rPr lang="en-US" altLang="en-GB" sz="1500"/>
              <a:t>Benefit / Presenting Product</a:t>
            </a:r>
            <a:endParaRPr lang="en-US" altLang="en-GB" sz="15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44"/>
          <p:cNvSpPr txBox="1">
            <a:spLocks noGrp="1"/>
          </p:cNvSpPr>
          <p:nvPr>
            <p:ph type="title"/>
          </p:nvPr>
        </p:nvSpPr>
        <p:spPr>
          <a:xfrm>
            <a:off x="1863000" y="481525"/>
            <a:ext cx="4682400" cy="11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Opening/Pembukaan</a:t>
            </a:r>
            <a:endParaRPr lang="en-GB"/>
          </a:p>
        </p:txBody>
      </p:sp>
      <p:sp>
        <p:nvSpPr>
          <p:cNvPr id="313" name="Google Shape;313;p44"/>
          <p:cNvSpPr txBox="1">
            <a:spLocks noGrp="1"/>
          </p:cNvSpPr>
          <p:nvPr>
            <p:ph type="title" idx="2"/>
          </p:nvPr>
        </p:nvSpPr>
        <p:spPr>
          <a:xfrm>
            <a:off x="796200" y="144225"/>
            <a:ext cx="1373400" cy="1335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1</a:t>
            </a:r>
            <a:endParaRPr lang="en-GB"/>
          </a:p>
        </p:txBody>
      </p:sp>
      <p:sp>
        <p:nvSpPr>
          <p:cNvPr id="314" name="Google Shape;314;p44"/>
          <p:cNvSpPr txBox="1">
            <a:spLocks noGrp="1"/>
          </p:cNvSpPr>
          <p:nvPr>
            <p:ph type="subTitle" idx="1"/>
          </p:nvPr>
        </p:nvSpPr>
        <p:spPr>
          <a:xfrm>
            <a:off x="819150" y="1343660"/>
            <a:ext cx="6826250" cy="26771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800" b="1" dirty="0"/>
              <a:t>“Jelaskan Garansi yang di cover oleh brand dan Berikan contoh kerusakannya serta infokan jika dibawa ke Service Center untuk biaya perbaikannya </a:t>
            </a:r>
            <a:r>
              <a:rPr lang="en-GB" sz="1800" b="1" u="sng" dirty="0"/>
              <a:t>GRATIS</a:t>
            </a:r>
            <a:r>
              <a:rPr lang="en-GB" sz="1800" b="1" dirty="0"/>
              <a:t>”</a:t>
            </a:r>
            <a:br>
              <a:rPr lang="en-GB" sz="1800" b="1" dirty="0"/>
            </a:br>
            <a:br>
              <a:rPr lang="en-GB" sz="1800" b="1" dirty="0"/>
            </a:br>
            <a:r>
              <a:rPr lang="en-US" altLang="en-GB" sz="1800" b="1" dirty="0"/>
              <a:t>Contoh : Izin menjelaskan perihal garansi unitnya kak, jadi untuk garansi apple bergaransi resmi 1 tahun. yang dicover hanya kerusakan sistem saja, contohnya handphone tidak pernah jatuh atau tidak terkena cairan, tiba2 fungsinya ada yang bermasalah, tidak usah khawatir kakak tinggal bawa ke service center dan untuk biaya perbaikannya GRATIS, sampai sini jelas ya kak.</a:t>
            </a:r>
            <a:endParaRPr lang="en-US" altLang="en-GB" sz="18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45"/>
          <p:cNvSpPr txBox="1">
            <a:spLocks noGrp="1"/>
          </p:cNvSpPr>
          <p:nvPr>
            <p:ph type="title"/>
          </p:nvPr>
        </p:nvSpPr>
        <p:spPr>
          <a:xfrm>
            <a:off x="1701850" y="303250"/>
            <a:ext cx="3111000" cy="91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Story Telling</a:t>
            </a:r>
            <a:endParaRPr dirty="0"/>
          </a:p>
        </p:txBody>
      </p:sp>
      <p:sp>
        <p:nvSpPr>
          <p:cNvPr id="320" name="Google Shape;320;p45"/>
          <p:cNvSpPr txBox="1">
            <a:spLocks noGrp="1"/>
          </p:cNvSpPr>
          <p:nvPr>
            <p:ph type="title" idx="2"/>
          </p:nvPr>
        </p:nvSpPr>
        <p:spPr>
          <a:xfrm>
            <a:off x="735625" y="95350"/>
            <a:ext cx="1373400" cy="1335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2</a:t>
            </a:r>
            <a:endParaRPr lang="en-GB"/>
          </a:p>
        </p:txBody>
      </p:sp>
      <p:sp>
        <p:nvSpPr>
          <p:cNvPr id="321" name="Google Shape;321;p45"/>
          <p:cNvSpPr txBox="1">
            <a:spLocks noGrp="1"/>
          </p:cNvSpPr>
          <p:nvPr>
            <p:ph type="subTitle" idx="1"/>
          </p:nvPr>
        </p:nvSpPr>
        <p:spPr>
          <a:xfrm>
            <a:off x="789305" y="1092200"/>
            <a:ext cx="5892800" cy="15919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dirty="0"/>
              <a:t>“Ceritakan kepada konsumen, garansi yang tidak di cover oleh brand dan berikan contoh kerusakannya serta infokan jika dibawa ke Service Center untuk biaya perbaikannya </a:t>
            </a:r>
            <a:r>
              <a:rPr lang="en-GB" b="1" u="sng" dirty="0"/>
              <a:t>TIDAK GRATIS</a:t>
            </a:r>
            <a:r>
              <a:rPr lang="en-GB" b="1" dirty="0"/>
              <a:t>”</a:t>
            </a:r>
            <a:endParaRPr lang="en-GB" b="1" dirty="0"/>
          </a:p>
          <a:p>
            <a:pPr marL="0" lvl="0" indent="0" algn="l" rtl="0">
              <a:spcBef>
                <a:spcPts val="0"/>
              </a:spcBef>
              <a:spcAft>
                <a:spcPts val="0"/>
              </a:spcAft>
              <a:buNone/>
            </a:pPr>
            <a:endParaRPr lang="en-GB" b="1" dirty="0"/>
          </a:p>
          <a:p>
            <a:pPr marL="0" lvl="0" indent="0" algn="l" rtl="0">
              <a:spcBef>
                <a:spcPts val="0"/>
              </a:spcBef>
              <a:spcAft>
                <a:spcPts val="0"/>
              </a:spcAft>
              <a:buNone/>
            </a:pPr>
            <a:r>
              <a:rPr lang="en-US" altLang="en-GB" b="1" dirty="0"/>
              <a:t>Contoh : Sedikit cerita kak, kemarin customer langganan saya handphone nya jatuh oleh anaknya dan pecah di bagian layar, nah untuk kerusakan seperti itu jika dibawa ke service center untuk biaya perbaikannya TIDAK GRATIS ya kak, dikarenakan untuk kerusakan seperti itu diluar dari cakupan garansi dari Apple.</a:t>
            </a:r>
            <a:endParaRPr lang="en-GB" b="1" dirty="0"/>
          </a:p>
          <a:p>
            <a:pPr marL="0" lvl="0" indent="0" algn="l" rtl="0">
              <a:spcBef>
                <a:spcPts val="0"/>
              </a:spcBef>
              <a:spcAft>
                <a:spcPts val="0"/>
              </a:spcAft>
              <a:buNone/>
            </a:pPr>
            <a:endParaRPr b="1" dirty="0"/>
          </a:p>
          <a:p>
            <a:pPr marL="0" lvl="0" indent="0" algn="l" rtl="0">
              <a:spcBef>
                <a:spcPts val="0"/>
              </a:spcBef>
              <a:spcAft>
                <a:spcPts val="0"/>
              </a:spcAft>
              <a:buNone/>
            </a:pPr>
            <a:endParaRPr b="1" dirty="0"/>
          </a:p>
        </p:txBody>
      </p:sp>
      <p:pic>
        <p:nvPicPr>
          <p:cNvPr id="3" name="Picture 2"/>
          <p:cNvPicPr>
            <a:picLocks noChangeAspect="1"/>
          </p:cNvPicPr>
          <p:nvPr/>
        </p:nvPicPr>
        <p:blipFill>
          <a:blip r:embed="rId1"/>
          <a:stretch>
            <a:fillRect/>
          </a:stretch>
        </p:blipFill>
        <p:spPr>
          <a:xfrm rot="5400000">
            <a:off x="5830709" y="2074968"/>
            <a:ext cx="3667409" cy="1701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6"/>
          <p:cNvSpPr txBox="1">
            <a:spLocks noGrp="1"/>
          </p:cNvSpPr>
          <p:nvPr>
            <p:ph type="title"/>
          </p:nvPr>
        </p:nvSpPr>
        <p:spPr>
          <a:xfrm>
            <a:off x="1615475" y="562425"/>
            <a:ext cx="4127100" cy="99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Presentasi Produk</a:t>
            </a:r>
            <a:endParaRPr lang="en-GB"/>
          </a:p>
        </p:txBody>
      </p:sp>
      <p:sp>
        <p:nvSpPr>
          <p:cNvPr id="327" name="Google Shape;327;p46"/>
          <p:cNvSpPr txBox="1">
            <a:spLocks noGrp="1"/>
          </p:cNvSpPr>
          <p:nvPr>
            <p:ph type="title" idx="2"/>
          </p:nvPr>
        </p:nvSpPr>
        <p:spPr>
          <a:xfrm>
            <a:off x="796200" y="220425"/>
            <a:ext cx="1373400" cy="1335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3</a:t>
            </a:r>
            <a:endParaRPr lang="en-GB"/>
          </a:p>
        </p:txBody>
      </p:sp>
      <p:sp>
        <p:nvSpPr>
          <p:cNvPr id="328" name="Google Shape;328;p46"/>
          <p:cNvSpPr txBox="1">
            <a:spLocks noGrp="1"/>
          </p:cNvSpPr>
          <p:nvPr>
            <p:ph type="subTitle" idx="1"/>
          </p:nvPr>
        </p:nvSpPr>
        <p:spPr>
          <a:xfrm>
            <a:off x="796200" y="1458099"/>
            <a:ext cx="7052400" cy="200476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dirty="0"/>
              <a:t>“Memperkenalkan produk dan menjelaskan manfaat apa saja yang diberikan kepada konsumen serta memposisikan produk sebagai solusi permasalahan bagi konsumen.”</a:t>
            </a:r>
            <a:endParaRPr lang="en-GB" b="1" dirty="0"/>
          </a:p>
          <a:p>
            <a:pPr marL="0" lvl="0" indent="0" algn="l" rtl="0">
              <a:spcBef>
                <a:spcPts val="0"/>
              </a:spcBef>
              <a:spcAft>
                <a:spcPts val="0"/>
              </a:spcAft>
              <a:buNone/>
            </a:pPr>
            <a:endParaRPr lang="en-GB" b="1" dirty="0"/>
          </a:p>
          <a:p>
            <a:pPr marL="0" lvl="0" indent="0" algn="l" rtl="0">
              <a:spcBef>
                <a:spcPts val="0"/>
              </a:spcBef>
              <a:spcAft>
                <a:spcPts val="0"/>
              </a:spcAft>
              <a:buNone/>
            </a:pPr>
            <a:r>
              <a:rPr lang="en-US" altLang="en-GB" b="1" dirty="0"/>
              <a:t>Contoh : Khusus pembelian di store kami, sudah ada pelengkap garansi yang bisa cover kerusakan fisik akibat terjatuh atau terkena cairan kak. Bahkan kerusakan kesalahan pengguna 97% biaya perbaikannya kita cover. selagi masih bisa diperbaiki akan diperbaiki. tapi.. jika kerusakannya sudah tidak bisa diperbaiki maka akan ada penggantian unit.</a:t>
            </a:r>
            <a:endParaRPr lang="en-US" altLang="en-GB"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6"/>
          <p:cNvSpPr txBox="1">
            <a:spLocks noGrp="1"/>
          </p:cNvSpPr>
          <p:nvPr>
            <p:ph type="title"/>
          </p:nvPr>
        </p:nvSpPr>
        <p:spPr>
          <a:xfrm>
            <a:off x="1615440" y="562610"/>
            <a:ext cx="6831965" cy="9931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t>Story Telling Customer Qoala</a:t>
            </a:r>
            <a:endParaRPr lang="en-US" altLang="en-GB"/>
          </a:p>
        </p:txBody>
      </p:sp>
      <p:sp>
        <p:nvSpPr>
          <p:cNvPr id="327" name="Google Shape;327;p46"/>
          <p:cNvSpPr txBox="1">
            <a:spLocks noGrp="1"/>
          </p:cNvSpPr>
          <p:nvPr>
            <p:ph type="title" idx="2"/>
          </p:nvPr>
        </p:nvSpPr>
        <p:spPr>
          <a:xfrm>
            <a:off x="796200" y="220425"/>
            <a:ext cx="1373400" cy="1335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t>4</a:t>
            </a:r>
            <a:endParaRPr lang="en-US" altLang="en-GB"/>
          </a:p>
        </p:txBody>
      </p:sp>
      <p:sp>
        <p:nvSpPr>
          <p:cNvPr id="328" name="Google Shape;328;p46"/>
          <p:cNvSpPr txBox="1">
            <a:spLocks noGrp="1"/>
          </p:cNvSpPr>
          <p:nvPr>
            <p:ph type="subTitle" idx="1"/>
          </p:nvPr>
        </p:nvSpPr>
        <p:spPr>
          <a:xfrm>
            <a:off x="796200" y="1458099"/>
            <a:ext cx="7052400" cy="200476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dirty="0"/>
              <a:t>“</a:t>
            </a:r>
            <a:r>
              <a:rPr lang="en-US" altLang="en-GB" b="1" dirty="0"/>
              <a:t>Meyakinkan atau membuat customer lebih percaya dengan manfaat yang nyata oleh customer yang sudah pernah claim</a:t>
            </a:r>
            <a:r>
              <a:rPr lang="en-GB" b="1" dirty="0"/>
              <a:t>”</a:t>
            </a:r>
            <a:endParaRPr lang="en-GB" b="1" dirty="0"/>
          </a:p>
          <a:p>
            <a:pPr marL="0" lvl="0" indent="0" algn="l" rtl="0">
              <a:spcBef>
                <a:spcPts val="0"/>
              </a:spcBef>
              <a:spcAft>
                <a:spcPts val="0"/>
              </a:spcAft>
              <a:buNone/>
            </a:pPr>
            <a:endParaRPr lang="en-GB" b="1" dirty="0"/>
          </a:p>
          <a:p>
            <a:pPr marL="0" lvl="0" indent="0" algn="l" rtl="0">
              <a:spcBef>
                <a:spcPts val="0"/>
              </a:spcBef>
              <a:spcAft>
                <a:spcPts val="0"/>
              </a:spcAft>
              <a:buNone/>
            </a:pPr>
            <a:r>
              <a:rPr lang="en-US" altLang="en-GB" b="1" dirty="0"/>
              <a:t>Contoh : Kemarin customer saya baru saja claim dikarenakan terjatuh dan pecah dibagian kamera belakang dan untuk biaya perbaikannya di 16jt, tapi karena customer saya sebelumnya pakai pelengkap garansi di toko kita, yang seharusnya customer bayar 16jt customer hanya bayar own risk 3% saja sekitar 700rban.</a:t>
            </a:r>
            <a:endParaRPr lang="en-US" altLang="en-GB"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8"/>
          <p:cNvSpPr txBox="1">
            <a:spLocks noGrp="1"/>
          </p:cNvSpPr>
          <p:nvPr>
            <p:ph type="title"/>
          </p:nvPr>
        </p:nvSpPr>
        <p:spPr>
          <a:xfrm>
            <a:off x="1863000" y="481525"/>
            <a:ext cx="4682400" cy="11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Closing</a:t>
            </a:r>
            <a:endParaRPr lang="en-GB"/>
          </a:p>
        </p:txBody>
      </p:sp>
      <p:sp>
        <p:nvSpPr>
          <p:cNvPr id="342" name="Google Shape;342;p48"/>
          <p:cNvSpPr txBox="1">
            <a:spLocks noGrp="1"/>
          </p:cNvSpPr>
          <p:nvPr>
            <p:ph type="title" idx="2"/>
          </p:nvPr>
        </p:nvSpPr>
        <p:spPr>
          <a:xfrm>
            <a:off x="796200" y="220425"/>
            <a:ext cx="887400" cy="1102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t>5</a:t>
            </a:r>
            <a:endParaRPr lang="en-US" altLang="en-GB"/>
          </a:p>
        </p:txBody>
      </p:sp>
      <p:sp>
        <p:nvSpPr>
          <p:cNvPr id="343" name="Google Shape;343;p48"/>
          <p:cNvSpPr txBox="1">
            <a:spLocks noGrp="1"/>
          </p:cNvSpPr>
          <p:nvPr>
            <p:ph type="subTitle" idx="1"/>
          </p:nvPr>
        </p:nvSpPr>
        <p:spPr>
          <a:xfrm>
            <a:off x="796200" y="1258375"/>
            <a:ext cx="6681900" cy="73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dirty="0"/>
              <a:t>“Tahap akhir dari setiap proses penawaran kepada konsumen, Agar meyakinkan kembali konsumen untuk melakukan pembelian product”</a:t>
            </a: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b="1" dirty="0"/>
          </a:p>
        </p:txBody>
      </p:sp>
      <p:sp>
        <p:nvSpPr>
          <p:cNvPr id="344" name="Google Shape;344;p48"/>
          <p:cNvSpPr txBox="1"/>
          <p:nvPr/>
        </p:nvSpPr>
        <p:spPr>
          <a:xfrm>
            <a:off x="796290" y="2115820"/>
            <a:ext cx="7604125" cy="278828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dirty="0">
                <a:solidFill>
                  <a:schemeClr val="dk2"/>
                </a:solidFill>
                <a:latin typeface="Work Sans"/>
                <a:ea typeface="Work Sans"/>
                <a:cs typeface="Work Sans"/>
                <a:sym typeface="Work Sans"/>
              </a:rPr>
              <a:t>Contoh penyampaiannya :</a:t>
            </a:r>
            <a:endParaRPr lang="en-GB" dirty="0">
              <a:solidFill>
                <a:schemeClr val="dk2"/>
              </a:solidFill>
              <a:latin typeface="Work Sans"/>
              <a:ea typeface="Work Sans"/>
              <a:cs typeface="Work Sans"/>
              <a:sym typeface="Work Sans"/>
            </a:endParaRPr>
          </a:p>
          <a:p>
            <a:pPr marL="0" lvl="0" indent="0" algn="l" rtl="0">
              <a:spcBef>
                <a:spcPts val="0"/>
              </a:spcBef>
              <a:spcAft>
                <a:spcPts val="0"/>
              </a:spcAft>
              <a:buNone/>
            </a:pPr>
            <a:r>
              <a:rPr lang="en-US" altLang="en-GB" dirty="0">
                <a:solidFill>
                  <a:schemeClr val="dk2"/>
                </a:solidFill>
                <a:latin typeface="Work Sans"/>
                <a:ea typeface="Work Sans"/>
                <a:cs typeface="Work Sans"/>
                <a:sym typeface="Work Sans"/>
              </a:rPr>
              <a:t>- Untuk harga member di awal CUKUP 1 KALI BAYAR SAJA tapi benefitnya 2 tahun kedepan Handphone Kaka sudah AMAN dari biaya perbaikan yang mahal.</a:t>
            </a:r>
            <a:endParaRPr lang="en-GB" dirty="0">
              <a:solidFill>
                <a:schemeClr val="dk2"/>
              </a:solidFill>
              <a:latin typeface="Work Sans"/>
              <a:ea typeface="Work Sans"/>
              <a:cs typeface="Work Sans"/>
              <a:sym typeface="Work Sans"/>
            </a:endParaRPr>
          </a:p>
          <a:p>
            <a:pPr marL="0" lvl="0" indent="0" algn="l" rtl="0">
              <a:spcBef>
                <a:spcPts val="0"/>
              </a:spcBef>
              <a:spcAft>
                <a:spcPts val="0"/>
              </a:spcAft>
              <a:buNone/>
            </a:pPr>
            <a:endParaRPr lang="en-GB" dirty="0">
              <a:solidFill>
                <a:schemeClr val="dk2"/>
              </a:solidFill>
              <a:latin typeface="Work Sans"/>
              <a:ea typeface="Work Sans"/>
              <a:cs typeface="Work Sans"/>
              <a:sym typeface="Work Sans"/>
            </a:endParaRPr>
          </a:p>
          <a:p>
            <a:pPr marL="0" lvl="0" indent="0" algn="l" rtl="0">
              <a:spcBef>
                <a:spcPts val="0"/>
              </a:spcBef>
              <a:spcAft>
                <a:spcPts val="0"/>
              </a:spcAft>
              <a:buNone/>
            </a:pPr>
            <a:r>
              <a:rPr lang="en-US" altLang="en-GB" dirty="0">
                <a:solidFill>
                  <a:schemeClr val="dk2"/>
                </a:solidFill>
                <a:latin typeface="Work Sans"/>
                <a:ea typeface="Work Sans"/>
                <a:cs typeface="Work Sans"/>
                <a:sym typeface="Work Sans"/>
              </a:rPr>
              <a:t>- </a:t>
            </a:r>
            <a:r>
              <a:rPr lang="en-US" altLang="en-GB" i="1" dirty="0">
                <a:solidFill>
                  <a:schemeClr val="dk2"/>
                </a:solidFill>
                <a:latin typeface="Work Sans"/>
                <a:ea typeface="Work Sans"/>
                <a:cs typeface="Work Sans"/>
                <a:sym typeface="Work Sans"/>
              </a:rPr>
              <a:t>K</a:t>
            </a:r>
            <a:r>
              <a:rPr lang="en-GB" i="1" dirty="0">
                <a:solidFill>
                  <a:schemeClr val="dk2"/>
                </a:solidFill>
                <a:latin typeface="Work Sans"/>
                <a:ea typeface="Work Sans"/>
                <a:cs typeface="Work Sans"/>
                <a:sym typeface="Work Sans"/>
              </a:rPr>
              <a:t>ebetulan untuk membernya cukup sekali di awal saja, ada yang 24 bulan dan 12 bulan.</a:t>
            </a:r>
            <a:r>
              <a:rPr lang="en-US" altLang="en-GB" i="1" dirty="0">
                <a:solidFill>
                  <a:schemeClr val="dk2"/>
                </a:solidFill>
                <a:latin typeface="Work Sans"/>
                <a:ea typeface="Work Sans"/>
                <a:cs typeface="Work Sans"/>
                <a:sym typeface="Work Sans"/>
              </a:rPr>
              <a:t> </a:t>
            </a:r>
            <a:r>
              <a:rPr lang="en-GB" i="1" dirty="0">
                <a:solidFill>
                  <a:schemeClr val="dk2"/>
                </a:solidFill>
                <a:latin typeface="Work Sans"/>
                <a:ea typeface="Work Sans"/>
                <a:cs typeface="Work Sans"/>
                <a:sym typeface="Work Sans"/>
              </a:rPr>
              <a:t>Jadi Bapak/Ibu berkenan untuk yang mana 24 bulan &amp; 12 bulan?</a:t>
            </a:r>
            <a:endParaRPr lang="en-GB" i="1" dirty="0">
              <a:solidFill>
                <a:schemeClr val="dk2"/>
              </a:solidFill>
              <a:latin typeface="Work Sans"/>
              <a:ea typeface="Work Sans"/>
              <a:cs typeface="Work Sans"/>
              <a:sym typeface="Work Sans"/>
            </a:endParaRPr>
          </a:p>
          <a:p>
            <a:pPr marL="0" lvl="0" indent="0" algn="l" rtl="0">
              <a:spcBef>
                <a:spcPts val="0"/>
              </a:spcBef>
              <a:spcAft>
                <a:spcPts val="0"/>
              </a:spcAft>
              <a:buNone/>
            </a:pPr>
            <a:endParaRPr lang="en-GB" i="1" dirty="0">
              <a:solidFill>
                <a:schemeClr val="dk2"/>
              </a:solidFill>
              <a:latin typeface="Work Sans"/>
              <a:ea typeface="Work Sans"/>
              <a:cs typeface="Work Sans"/>
              <a:sym typeface="Work Sans"/>
            </a:endParaRPr>
          </a:p>
          <a:p>
            <a:pPr marL="0" lvl="0" indent="0" algn="l" rtl="0">
              <a:spcBef>
                <a:spcPts val="0"/>
              </a:spcBef>
              <a:spcAft>
                <a:spcPts val="0"/>
              </a:spcAft>
              <a:buNone/>
            </a:pPr>
            <a:r>
              <a:rPr lang="en-US" altLang="en-GB" i="1" dirty="0">
                <a:solidFill>
                  <a:schemeClr val="dk2"/>
                </a:solidFill>
                <a:latin typeface="Work Sans"/>
                <a:ea typeface="Work Sans"/>
                <a:cs typeface="Work Sans"/>
                <a:sym typeface="Work Sans"/>
              </a:rPr>
              <a:t>-</a:t>
            </a:r>
            <a:r>
              <a:rPr lang="en-GB" i="1" dirty="0">
                <a:solidFill>
                  <a:schemeClr val="dk2"/>
                </a:solidFill>
                <a:latin typeface="Work Sans"/>
                <a:ea typeface="Work Sans"/>
                <a:cs typeface="Work Sans"/>
                <a:sym typeface="Work Sans"/>
              </a:rPr>
              <a:t>Jika Bapak/Ibu tertarik bisa langsung saya aktivasi untuk pelengkap garansinya, karena pelengkap garansi ini hanya bisa di aktifkan ditanggal yang sama saat pembelian gadgetya dan harus satu invoice, jadi bagaimana Bapak/Ibu mau diaktivasi sekarang untuk pelengkap garansinya?</a:t>
            </a:r>
            <a:endParaRPr i="1" dirty="0">
              <a:solidFill>
                <a:schemeClr val="dk2"/>
              </a:solidFill>
              <a:latin typeface="Work Sans"/>
              <a:ea typeface="Work Sans"/>
              <a:cs typeface="Work Sans"/>
              <a:sym typeface="Work Sans"/>
            </a:endParaRPr>
          </a:p>
          <a:p>
            <a:pPr marL="285750" lvl="0" indent="0" algn="l" rtl="0">
              <a:spcBef>
                <a:spcPts val="0"/>
              </a:spcBef>
              <a:spcAft>
                <a:spcPts val="0"/>
              </a:spcAft>
              <a:buNone/>
            </a:pPr>
            <a:endParaRPr i="1" dirty="0">
              <a:solidFill>
                <a:schemeClr val="dk2"/>
              </a:solidFill>
              <a:latin typeface="Work Sans"/>
              <a:ea typeface="Work Sans"/>
              <a:cs typeface="Work Sans"/>
              <a:sym typeface="Work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54"/>
          <p:cNvSpPr txBox="1">
            <a:spLocks noGrp="1"/>
          </p:cNvSpPr>
          <p:nvPr>
            <p:ph type="subTitle" idx="7"/>
          </p:nvPr>
        </p:nvSpPr>
        <p:spPr>
          <a:xfrm>
            <a:off x="2094250" y="977050"/>
            <a:ext cx="4763700" cy="6471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GB" sz="4400"/>
              <a:t>TERIMAKASIH</a:t>
            </a:r>
            <a:endParaRPr sz="4900"/>
          </a:p>
        </p:txBody>
      </p:sp>
      <p:sp>
        <p:nvSpPr>
          <p:cNvPr id="416" name="Google Shape;416;p54"/>
          <p:cNvSpPr txBox="1">
            <a:spLocks noGrp="1"/>
          </p:cNvSpPr>
          <p:nvPr>
            <p:ph type="subTitle" idx="7"/>
          </p:nvPr>
        </p:nvSpPr>
        <p:spPr>
          <a:xfrm>
            <a:off x="2847250" y="3056984"/>
            <a:ext cx="3257700" cy="7920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None/>
            </a:pPr>
            <a:r>
              <a:rPr lang="en-GB" sz="1500">
                <a:latin typeface="Work Sans SemiBold"/>
                <a:ea typeface="Work Sans SemiBold"/>
                <a:cs typeface="Work Sans SemiBold"/>
                <a:sym typeface="Work Sans SemiBold"/>
              </a:rPr>
              <a:t>Qoala Gadget Protection    Training &amp; Development</a:t>
            </a:r>
            <a:endParaRPr sz="1500">
              <a:latin typeface="Work Sans SemiBold"/>
              <a:ea typeface="Work Sans SemiBold"/>
              <a:cs typeface="Work Sans SemiBold"/>
              <a:sym typeface="Work Sans SemiBold"/>
            </a:endParaRPr>
          </a:p>
        </p:txBody>
      </p:sp>
      <p:pic>
        <p:nvPicPr>
          <p:cNvPr id="417" name="Google Shape;417;p54"/>
          <p:cNvPicPr preferRelativeResize="0"/>
          <p:nvPr/>
        </p:nvPicPr>
        <p:blipFill>
          <a:blip r:embed="rId1"/>
          <a:stretch>
            <a:fillRect/>
          </a:stretch>
        </p:blipFill>
        <p:spPr>
          <a:xfrm>
            <a:off x="3632875" y="1624163"/>
            <a:ext cx="1389000" cy="1557900"/>
          </a:xfrm>
          <a:prstGeom prst="pentagon">
            <a:avLst>
              <a:gd name="hf" fmla="val 105146"/>
              <a:gd name="vf" fmla="val 110557"/>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plate">
  <a:themeElements>
    <a:clrScheme name="Simple Light">
      <a:dk1>
        <a:srgbClr val="263238"/>
      </a:dk1>
      <a:lt1>
        <a:srgbClr val="FFFFFF"/>
      </a:lt1>
      <a:dk2>
        <a:srgbClr val="455A64"/>
      </a:dk2>
      <a:lt2>
        <a:srgbClr val="EBEBEB"/>
      </a:lt2>
      <a:accent1>
        <a:srgbClr val="FFC727"/>
      </a:accent1>
      <a:accent2>
        <a:srgbClr val="37474F"/>
      </a:accent2>
      <a:accent3>
        <a:srgbClr val="DBDBDB"/>
      </a:accent3>
      <a:accent4>
        <a:srgbClr val="F7A9A0"/>
      </a:accent4>
      <a:accent5>
        <a:srgbClr val="DD6A57"/>
      </a:accent5>
      <a:accent6>
        <a:srgbClr val="AD6359"/>
      </a:accent6>
      <a:hlink>
        <a:srgbClr val="3C78D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3106</Words>
  <Application>WPS Presentation</Application>
  <PresentationFormat>On-screen Show (16:9)</PresentationFormat>
  <Paragraphs>95</Paragraphs>
  <Slides>10</Slides>
  <Notes>9</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SimSun</vt:lpstr>
      <vt:lpstr>Wingdings</vt:lpstr>
      <vt:lpstr>Arial</vt:lpstr>
      <vt:lpstr>Proxima Nova</vt:lpstr>
      <vt:lpstr>Work Sans</vt:lpstr>
      <vt:lpstr>Archivo Black</vt:lpstr>
      <vt:lpstr>Work Sans ExtraBold</vt:lpstr>
      <vt:lpstr>Work Sans SemiBold</vt:lpstr>
      <vt:lpstr>Microsoft YaHei</vt:lpstr>
      <vt:lpstr>Arial Unicode MS</vt:lpstr>
      <vt:lpstr>Template</vt:lpstr>
      <vt:lpstr>Qoala Gadget Protection</vt:lpstr>
      <vt:lpstr>Qoala</vt:lpstr>
      <vt:lpstr>Basic Selling Skill</vt:lpstr>
      <vt:lpstr>2</vt:lpstr>
      <vt:lpstr>1</vt:lpstr>
      <vt:lpstr>2</vt:lpstr>
      <vt:lpstr>3</vt:lpstr>
      <vt:lpstr>3</vt:lpstr>
      <vt:lpstr>4</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 Rahman</dc:creator>
  <cp:lastModifiedBy>Eko Budi Setiawan</cp:lastModifiedBy>
  <cp:revision>4</cp:revision>
  <dcterms:created xsi:type="dcterms:W3CDTF">2026-07-16T10:29:45Z</dcterms:created>
  <dcterms:modified xsi:type="dcterms:W3CDTF">2026-08-06T06:10:57Z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0E257666ED9247A09510ECCFE09189DB_12</vt:lpwstr>
  </property>
  <property fmtid="{D5CDD505-2E9C-101B-9397-08002B2CF9AE}" pid="3" name="KSOProductBuildVer">
    <vt:lpwstr>1033-12.1.0.26372</vt:lpwstr>
  </property>
</Properties>
</file>